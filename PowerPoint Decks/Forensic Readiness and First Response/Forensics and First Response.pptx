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881" r:id="rId2"/>
    <p:sldId id="2889" r:id="rId3"/>
    <p:sldId id="2890" r:id="rId4"/>
    <p:sldId id="2891" r:id="rId5"/>
    <p:sldId id="2892" r:id="rId6"/>
    <p:sldId id="2894" r:id="rId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49497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00873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43779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55817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82896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63413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9/14/2020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dirty="0"/>
              <a:t>A set of methodological procedures and techniques</a:t>
            </a:r>
          </a:p>
          <a:p>
            <a:endParaRPr lang="en-US" sz="3400" dirty="0"/>
          </a:p>
          <a:p>
            <a:r>
              <a:rPr lang="en-US" sz="3400" dirty="0"/>
              <a:t>Helping to identify, gather, preserve, extract, interpret, document, and present evidence </a:t>
            </a:r>
          </a:p>
          <a:p>
            <a:endParaRPr lang="en-US" sz="3400" dirty="0"/>
          </a:p>
          <a:p>
            <a:r>
              <a:rPr lang="en-US" sz="3400" dirty="0"/>
              <a:t>Any evidence discovered is/will be acceptable during a legal and/or administrative proceeding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Forensics and First Response?</a:t>
            </a:r>
          </a:p>
        </p:txBody>
      </p:sp>
    </p:spTree>
    <p:extLst>
      <p:ext uri="{BB962C8B-B14F-4D97-AF65-F5344CB8AC3E}">
        <p14:creationId xmlns:p14="http://schemas.microsoft.com/office/powerpoint/2010/main" val="397345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b="1" dirty="0"/>
              <a:t>Pre-investigation Phase</a:t>
            </a:r>
            <a:r>
              <a:rPr lang="en-US" sz="3400" dirty="0"/>
              <a:t> - all the tasks performed prior to the commencement of the actual investigation</a:t>
            </a:r>
          </a:p>
          <a:p>
            <a:r>
              <a:rPr lang="en-US" sz="3400" b="1" dirty="0"/>
              <a:t>Investigation Phase</a:t>
            </a:r>
            <a:r>
              <a:rPr lang="en-US" sz="3400" dirty="0"/>
              <a:t> - acquisition, preservation, and analysis of the evidentiary data</a:t>
            </a:r>
          </a:p>
          <a:p>
            <a:r>
              <a:rPr lang="en-US" sz="3400" b="1" dirty="0"/>
              <a:t>Post-investigation Phase</a:t>
            </a:r>
            <a:r>
              <a:rPr lang="en-US" sz="3400" dirty="0"/>
              <a:t> - reporting and documentation of all the actions undertaken and the findings during the course of an investigation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phases involved in the Computer Forensics investigation process?</a:t>
            </a:r>
          </a:p>
        </p:txBody>
      </p:sp>
    </p:spTree>
    <p:extLst>
      <p:ext uri="{BB962C8B-B14F-4D97-AF65-F5344CB8AC3E}">
        <p14:creationId xmlns:p14="http://schemas.microsoft.com/office/powerpoint/2010/main" val="327060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r>
              <a:rPr lang="en-US" sz="3400" dirty="0"/>
              <a:t>An organization’s ability to make optimal use of digital evidence in a limited period of time and with minimal investigation costs. </a:t>
            </a:r>
          </a:p>
          <a:p>
            <a:endParaRPr lang="en-US" sz="3400" dirty="0"/>
          </a:p>
          <a:p>
            <a:r>
              <a:rPr lang="en-US" sz="3400" dirty="0"/>
              <a:t>Enables an organization to collect and preserve digital evidence quickly and efficiently with minimal investigation costs.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Forensic readiness?</a:t>
            </a:r>
          </a:p>
        </p:txBody>
      </p:sp>
    </p:spTree>
    <p:extLst>
      <p:ext uri="{BB962C8B-B14F-4D97-AF65-F5344CB8AC3E}">
        <p14:creationId xmlns:p14="http://schemas.microsoft.com/office/powerpoint/2010/main" val="256791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Sets guidelines for the employees, investigating personnel, and authorities to contribute to the forensics investigation process. </a:t>
            </a:r>
          </a:p>
          <a:p>
            <a:endParaRPr lang="en-US" sz="3400" dirty="0"/>
          </a:p>
          <a:p>
            <a:r>
              <a:rPr lang="en-US" sz="3400" dirty="0"/>
              <a:t>The Chief Information Security Officer (CISO) should be responsible for setting proper guidelines in association with other security and audit personnel.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a Forensics policy?</a:t>
            </a:r>
          </a:p>
        </p:txBody>
      </p:sp>
    </p:spTree>
    <p:extLst>
      <p:ext uri="{BB962C8B-B14F-4D97-AF65-F5344CB8AC3E}">
        <p14:creationId xmlns:p14="http://schemas.microsoft.com/office/powerpoint/2010/main" val="259694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endParaRPr lang="en-US" sz="3400" dirty="0"/>
          </a:p>
          <a:p>
            <a:r>
              <a:rPr lang="en-US" sz="3400" dirty="0"/>
              <a:t>Creating the Investigation Team</a:t>
            </a:r>
          </a:p>
          <a:p>
            <a:r>
              <a:rPr lang="en-US" sz="3400" dirty="0"/>
              <a:t>Maintaining an Inventory</a:t>
            </a:r>
          </a:p>
          <a:p>
            <a:r>
              <a:rPr lang="en-US" sz="3400" dirty="0"/>
              <a:t>Host Monitoring</a:t>
            </a:r>
          </a:p>
          <a:p>
            <a:r>
              <a:rPr lang="en-US" sz="3400" dirty="0"/>
              <a:t>Network Monitoring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the Forensic readiness procedures we should be aware of?</a:t>
            </a:r>
          </a:p>
        </p:txBody>
      </p:sp>
    </p:spTree>
    <p:extLst>
      <p:ext uri="{BB962C8B-B14F-4D97-AF65-F5344CB8AC3E}">
        <p14:creationId xmlns:p14="http://schemas.microsoft.com/office/powerpoint/2010/main" val="107274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The main responsibilities of first responders are: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	▪ Identify &amp; protect the crime scene</a:t>
            </a:r>
          </a:p>
          <a:p>
            <a:pPr marL="0" indent="0">
              <a:buNone/>
            </a:pPr>
            <a:r>
              <a:rPr lang="en-US" sz="3400" dirty="0"/>
              <a:t>	▪ Preserve evidence</a:t>
            </a:r>
          </a:p>
          <a:p>
            <a:pPr marL="0" indent="0">
              <a:buNone/>
            </a:pPr>
            <a:r>
              <a:rPr lang="en-US" sz="3400" dirty="0"/>
              <a:t>	▪ Collect information about the incident</a:t>
            </a:r>
          </a:p>
          <a:p>
            <a:pPr marL="0" indent="0">
              <a:buNone/>
            </a:pPr>
            <a:r>
              <a:rPr lang="en-US" sz="3400" dirty="0"/>
              <a:t>	▪ Document ALL findings</a:t>
            </a:r>
          </a:p>
          <a:p>
            <a:pPr marL="0" indent="0">
              <a:buNone/>
            </a:pPr>
            <a:r>
              <a:rPr lang="en-US" sz="3400" dirty="0"/>
              <a:t>	▪ Package &amp; Transport the evidence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role of the First Responder?</a:t>
            </a:r>
          </a:p>
        </p:txBody>
      </p:sp>
    </p:spTree>
    <p:extLst>
      <p:ext uri="{BB962C8B-B14F-4D97-AF65-F5344CB8AC3E}">
        <p14:creationId xmlns:p14="http://schemas.microsoft.com/office/powerpoint/2010/main" val="3492576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23CCCAE1-8155-442F-BECE-DFFE9A4F44F7}"/>
</file>

<file path=customXml/itemProps2.xml><?xml version="1.0" encoding="utf-8"?>
<ds:datastoreItem xmlns:ds="http://schemas.openxmlformats.org/officeDocument/2006/customXml" ds:itemID="{1F6856EA-2ED7-4D89-A804-D56D06E26925}"/>
</file>

<file path=customXml/itemProps3.xml><?xml version="1.0" encoding="utf-8"?>
<ds:datastoreItem xmlns:ds="http://schemas.openxmlformats.org/officeDocument/2006/customXml" ds:itemID="{A065FC34-9ED8-47FC-895F-9776B2EBF48F}"/>
</file>

<file path=docProps/app.xml><?xml version="1.0" encoding="utf-8"?>
<Properties xmlns="http://schemas.openxmlformats.org/officeDocument/2006/extended-properties" xmlns:vt="http://schemas.openxmlformats.org/officeDocument/2006/docPropsVTypes">
  <TotalTime>2448</TotalTime>
  <Words>277</Words>
  <Application>Microsoft Office PowerPoint</Application>
  <PresentationFormat>Widescreen</PresentationFormat>
  <Paragraphs>39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Forensics and First Response?</vt:lpstr>
      <vt:lpstr>What are the phases involved in the Computer Forensics investigation process?</vt:lpstr>
      <vt:lpstr>What is Forensic readiness?</vt:lpstr>
      <vt:lpstr>What is a Forensics policy?</vt:lpstr>
      <vt:lpstr>What are the Forensic readiness procedures we should be aware of?</vt:lpstr>
      <vt:lpstr>What is the role of the First Responder?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94</cp:revision>
  <cp:lastPrinted>2020-04-29T19:12:33Z</cp:lastPrinted>
  <dcterms:created xsi:type="dcterms:W3CDTF">2020-04-24T18:08:50Z</dcterms:created>
  <dcterms:modified xsi:type="dcterms:W3CDTF">2020-09-14T15:37:42Z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