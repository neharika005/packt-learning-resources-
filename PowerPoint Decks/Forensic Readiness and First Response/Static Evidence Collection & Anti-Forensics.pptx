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97" r:id="rId2"/>
    <p:sldId id="2889" r:id="rId3"/>
    <p:sldId id="2890" r:id="rId4"/>
    <p:sldId id="2896" r:id="rId5"/>
    <p:sldId id="2898" r:id="rId6"/>
    <p:sldId id="2899" r:id="rId7"/>
    <p:sldId id="2900" r:id="rId8"/>
    <p:sldId id="2901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9792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87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37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9708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13328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3194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960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5248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Step 1: Administrative Consideration - Policy and Procedure Development</a:t>
            </a:r>
          </a:p>
          <a:p>
            <a:endParaRPr lang="en-US" sz="3200" dirty="0"/>
          </a:p>
          <a:p>
            <a:r>
              <a:rPr lang="en-US" sz="3200" dirty="0"/>
              <a:t>Step 2: System Preservation - Hard Disk Acquisition</a:t>
            </a:r>
          </a:p>
          <a:p>
            <a:endParaRPr lang="en-US" sz="3200" dirty="0"/>
          </a:p>
          <a:p>
            <a:r>
              <a:rPr lang="en-US" sz="3200" dirty="0"/>
              <a:t>Step 3: Evidence Acquisition</a:t>
            </a:r>
          </a:p>
          <a:p>
            <a:pPr lvl="1"/>
            <a:r>
              <a:rPr lang="en-US" sz="3000" dirty="0"/>
              <a:t> Check the data integrity</a:t>
            </a:r>
          </a:p>
          <a:p>
            <a:pPr lvl="1"/>
            <a:r>
              <a:rPr lang="en-US" sz="3000" dirty="0"/>
              <a:t> Extract MFT in the boot sector</a:t>
            </a:r>
          </a:p>
          <a:p>
            <a:pPr lvl="1"/>
            <a:r>
              <a:rPr lang="en-US" sz="3000" dirty="0"/>
              <a:t> Extract $Boot file and the backup boot sector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Static Data Collection Process?</a:t>
            </a:r>
          </a:p>
        </p:txBody>
      </p:sp>
    </p:spTree>
    <p:extLst>
      <p:ext uri="{BB962C8B-B14F-4D97-AF65-F5344CB8AC3E}">
        <p14:creationId xmlns:p14="http://schemas.microsoft.com/office/powerpoint/2010/main" val="32777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200" dirty="0"/>
              <a:t>Step 4: Comparison</a:t>
            </a:r>
          </a:p>
          <a:p>
            <a:endParaRPr lang="en-US" sz="3200" dirty="0"/>
          </a:p>
          <a:p>
            <a:r>
              <a:rPr lang="en-US" sz="3200" dirty="0"/>
              <a:t>Step 5: Evidence Examination</a:t>
            </a:r>
          </a:p>
          <a:p>
            <a:pPr lvl="1"/>
            <a:r>
              <a:rPr lang="en-US" sz="3000" dirty="0"/>
              <a:t> Check the data integrity</a:t>
            </a:r>
          </a:p>
          <a:p>
            <a:pPr lvl="1"/>
            <a:r>
              <a:rPr lang="en-US" sz="3000" dirty="0"/>
              <a:t> Extract the ASCII and UNICODE</a:t>
            </a:r>
          </a:p>
          <a:p>
            <a:endParaRPr lang="en-US" sz="3200" dirty="0"/>
          </a:p>
          <a:p>
            <a:r>
              <a:rPr lang="en-US" sz="3200" dirty="0"/>
              <a:t>Step 6: Physical Presentation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Static Data Collection Process?</a:t>
            </a:r>
          </a:p>
        </p:txBody>
      </p:sp>
    </p:spTree>
    <p:extLst>
      <p:ext uri="{BB962C8B-B14F-4D97-AF65-F5344CB8AC3E}">
        <p14:creationId xmlns:p14="http://schemas.microsoft.com/office/powerpoint/2010/main" val="32706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(also known as counter forensics) is a set of techniques that attackers use to sidetrack the forensic investigation process or try to make it much harder. </a:t>
            </a:r>
          </a:p>
          <a:p>
            <a:endParaRPr lang="en-US" sz="3400" dirty="0"/>
          </a:p>
          <a:p>
            <a:r>
              <a:rPr lang="en-US" sz="3400" dirty="0"/>
              <a:t>These techniques negatively impact the quantity and quality of evidence from a crime scene.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Anti-Forensics?</a:t>
            </a:r>
          </a:p>
        </p:txBody>
      </p:sp>
    </p:spTree>
    <p:extLst>
      <p:ext uri="{BB962C8B-B14F-4D97-AF65-F5344CB8AC3E}">
        <p14:creationId xmlns:p14="http://schemas.microsoft.com/office/powerpoint/2010/main" val="25679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400" dirty="0"/>
              <a:t>Interrupt and prevent information collection </a:t>
            </a:r>
          </a:p>
          <a:p>
            <a:r>
              <a:rPr lang="en-US" sz="3400" dirty="0"/>
              <a:t>Hide traces of crime or illegal activity </a:t>
            </a:r>
          </a:p>
          <a:p>
            <a:r>
              <a:rPr lang="en-US" sz="3400" dirty="0"/>
              <a:t>Compromise the accuracy of a forensic report or testimony </a:t>
            </a:r>
          </a:p>
          <a:p>
            <a:r>
              <a:rPr lang="en-US" sz="3400" dirty="0"/>
              <a:t>Force the forensic tool to reveal its presence </a:t>
            </a:r>
          </a:p>
          <a:p>
            <a:r>
              <a:rPr lang="en-US" sz="3400" dirty="0"/>
              <a:t>Use a forensic tool itself for attack purposes </a:t>
            </a:r>
          </a:p>
          <a:p>
            <a:r>
              <a:rPr lang="en-US" sz="3400" dirty="0"/>
              <a:t>Delete evidence that an anti-forensic tool has been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goals of Anti-Forensics?</a:t>
            </a:r>
          </a:p>
        </p:txBody>
      </p:sp>
    </p:spTree>
    <p:extLst>
      <p:ext uri="{BB962C8B-B14F-4D97-AF65-F5344CB8AC3E}">
        <p14:creationId xmlns:p14="http://schemas.microsoft.com/office/powerpoint/2010/main" val="250556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r>
              <a:rPr lang="en-US" sz="3400" dirty="0"/>
              <a:t>Attackers gain access to an Active Directory domain and manipulate the Kerberos ticket to impersonate any user in the domain. </a:t>
            </a:r>
          </a:p>
          <a:p>
            <a:endParaRPr lang="en-US" sz="3400" dirty="0"/>
          </a:p>
          <a:p>
            <a:r>
              <a:rPr lang="en-US" sz="3400" dirty="0"/>
              <a:t>"Golden ticket" refers to the forged Kerberos authentication token for the KRBTGT account. </a:t>
            </a:r>
          </a:p>
          <a:p>
            <a:endParaRPr lang="en-US" sz="3400" dirty="0"/>
          </a:p>
          <a:p>
            <a:r>
              <a:rPr lang="en-US" sz="3400" dirty="0"/>
              <a:t>Attackers can create a Kerberos-generating ticket with a lifetime of 10 years or more. </a:t>
            </a:r>
          </a:p>
          <a:p>
            <a:endParaRPr lang="en-US" sz="3400" dirty="0"/>
          </a:p>
          <a:p>
            <a:r>
              <a:rPr lang="en-US" sz="3400" dirty="0"/>
              <a:t>This ticket helps attackers to assume identity of any user present in the group including highly privileged users.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Anti-Forensics Techniques: Golden Ticket</a:t>
            </a:r>
          </a:p>
        </p:txBody>
      </p:sp>
    </p:spTree>
    <p:extLst>
      <p:ext uri="{BB962C8B-B14F-4D97-AF65-F5344CB8AC3E}">
        <p14:creationId xmlns:p14="http://schemas.microsoft.com/office/powerpoint/2010/main" val="175757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b="1" dirty="0"/>
              <a:t>Packer</a:t>
            </a:r>
            <a:r>
              <a:rPr lang="en-US" sz="3400" dirty="0"/>
              <a:t> - a program used to compress or encrypt executable programs; can also include active protection against debugging or reverse engineering techniques.</a:t>
            </a:r>
          </a:p>
          <a:p>
            <a:endParaRPr lang="en-US" sz="3400" dirty="0"/>
          </a:p>
          <a:p>
            <a:r>
              <a:rPr lang="en-US" sz="3400" b="1" dirty="0"/>
              <a:t>Artifact Wiping</a:t>
            </a:r>
            <a:r>
              <a:rPr lang="en-US" sz="3400" dirty="0"/>
              <a:t> - the process of deleting or destroying evidence files permanently using various tools and techniques:</a:t>
            </a:r>
          </a:p>
          <a:p>
            <a:pPr lvl="1"/>
            <a:r>
              <a:rPr lang="en-US" sz="3200" dirty="0"/>
              <a:t> Disk-cleaning utilities</a:t>
            </a:r>
          </a:p>
          <a:p>
            <a:pPr lvl="1"/>
            <a:r>
              <a:rPr lang="en-US" sz="3000" dirty="0"/>
              <a:t> </a:t>
            </a:r>
            <a:r>
              <a:rPr lang="en-US" sz="3200" dirty="0"/>
              <a:t>File-wiping utilities</a:t>
            </a:r>
          </a:p>
          <a:p>
            <a:pPr lvl="1"/>
            <a:r>
              <a:rPr lang="en-US" sz="3200" dirty="0"/>
              <a:t> Disk degaussing/destruction techniques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Anti-Forensics Techniques: Program Packers &amp; Artifact Wiping</a:t>
            </a:r>
          </a:p>
        </p:txBody>
      </p:sp>
    </p:spTree>
    <p:extLst>
      <p:ext uri="{BB962C8B-B14F-4D97-AF65-F5344CB8AC3E}">
        <p14:creationId xmlns:p14="http://schemas.microsoft.com/office/powerpoint/2010/main" val="334709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Programs that always remain in the internal memory - operating systems have no permission to swap them out to external storage.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Attackers try to take advantage of these programs or system calls by using the following methods:</a:t>
            </a:r>
          </a:p>
          <a:p>
            <a:r>
              <a:rPr lang="en-US" sz="3200" dirty="0" err="1"/>
              <a:t>Syscall</a:t>
            </a:r>
            <a:r>
              <a:rPr lang="en-US" sz="3200" dirty="0"/>
              <a:t> proxying</a:t>
            </a:r>
          </a:p>
          <a:p>
            <a:r>
              <a:rPr lang="en-US" sz="3200" dirty="0"/>
              <a:t>Userland </a:t>
            </a:r>
            <a:r>
              <a:rPr lang="en-US" sz="3200" dirty="0" err="1"/>
              <a:t>Execve</a:t>
            </a:r>
            <a:r>
              <a:rPr lang="en-US" sz="3200" dirty="0"/>
              <a:t> Technique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Anti-Forensics Techniques: Memory Residents</a:t>
            </a:r>
          </a:p>
        </p:txBody>
      </p:sp>
    </p:spTree>
    <p:extLst>
      <p:ext uri="{BB962C8B-B14F-4D97-AF65-F5344CB8AC3E}">
        <p14:creationId xmlns:p14="http://schemas.microsoft.com/office/powerpoint/2010/main" val="203116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75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Alternate Data Stream (ADS)</a:t>
            </a:r>
          </a:p>
          <a:p>
            <a:r>
              <a:rPr lang="en-US" sz="3200" dirty="0"/>
              <a:t>Data Hiding in File System Structures</a:t>
            </a:r>
          </a:p>
          <a:p>
            <a:r>
              <a:rPr lang="en-US" sz="3200" dirty="0"/>
              <a:t>Overwriting Metadata</a:t>
            </a:r>
          </a:p>
          <a:p>
            <a:r>
              <a:rPr lang="en-US" sz="3200" dirty="0"/>
              <a:t>Rootkits – types:</a:t>
            </a:r>
          </a:p>
          <a:p>
            <a:pPr marL="0" indent="0">
              <a:buNone/>
            </a:pPr>
            <a:r>
              <a:rPr lang="en-US" sz="3200" dirty="0"/>
              <a:t>	o Hypervisor Level</a:t>
            </a:r>
          </a:p>
          <a:p>
            <a:pPr marL="0" indent="0">
              <a:buNone/>
            </a:pPr>
            <a:r>
              <a:rPr lang="en-US" sz="3200" dirty="0"/>
              <a:t>	o Hardware/Firmware</a:t>
            </a:r>
          </a:p>
          <a:p>
            <a:pPr marL="0" indent="0">
              <a:buNone/>
            </a:pPr>
            <a:r>
              <a:rPr lang="en-US" sz="3200" dirty="0"/>
              <a:t>	o Kernel Level</a:t>
            </a:r>
          </a:p>
          <a:p>
            <a:pPr marL="0" indent="0">
              <a:buNone/>
            </a:pPr>
            <a:r>
              <a:rPr lang="en-US" sz="3200" dirty="0"/>
              <a:t>	o Boot Loader Level</a:t>
            </a:r>
          </a:p>
          <a:p>
            <a:pPr marL="0" indent="0">
              <a:buNone/>
            </a:pPr>
            <a:r>
              <a:rPr lang="en-US" sz="3200" dirty="0"/>
              <a:t>	o Application Level</a:t>
            </a:r>
          </a:p>
          <a:p>
            <a:pPr marL="0" indent="0">
              <a:buNone/>
            </a:pPr>
            <a:r>
              <a:rPr lang="en-US" sz="3200" dirty="0"/>
              <a:t>	o Library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Other Anti-Forensics Techniques to know…</a:t>
            </a:r>
          </a:p>
        </p:txBody>
      </p:sp>
    </p:spTree>
    <p:extLst>
      <p:ext uri="{BB962C8B-B14F-4D97-AF65-F5344CB8AC3E}">
        <p14:creationId xmlns:p14="http://schemas.microsoft.com/office/powerpoint/2010/main" val="391862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4B0BE6C3-7E49-4492-9212-471AFECD3BCD}"/>
</file>

<file path=customXml/itemProps2.xml><?xml version="1.0" encoding="utf-8"?>
<ds:datastoreItem xmlns:ds="http://schemas.openxmlformats.org/officeDocument/2006/customXml" ds:itemID="{D444BCF5-D87F-4AE0-AAFF-98377814C3D6}"/>
</file>

<file path=customXml/itemProps3.xml><?xml version="1.0" encoding="utf-8"?>
<ds:datastoreItem xmlns:ds="http://schemas.openxmlformats.org/officeDocument/2006/customXml" ds:itemID="{7FF60CE1-318A-4947-83C5-16D23F30F16C}"/>
</file>

<file path=docProps/app.xml><?xml version="1.0" encoding="utf-8"?>
<Properties xmlns="http://schemas.openxmlformats.org/officeDocument/2006/extended-properties" xmlns:vt="http://schemas.openxmlformats.org/officeDocument/2006/docPropsVTypes">
  <TotalTime>2550</TotalTime>
  <Words>433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Static Data Collection Process?</vt:lpstr>
      <vt:lpstr>What is the Static Data Collection Process?</vt:lpstr>
      <vt:lpstr>What is Anti-Forensics?</vt:lpstr>
      <vt:lpstr>What are the goals of Anti-Forensics?</vt:lpstr>
      <vt:lpstr>Anti-Forensics Techniques: Golden Ticket</vt:lpstr>
      <vt:lpstr>Anti-Forensics Techniques: Program Packers &amp; Artifact Wiping</vt:lpstr>
      <vt:lpstr>Anti-Forensics Techniques: Memory Residents</vt:lpstr>
      <vt:lpstr>Other Anti-Forensics Techniques to know…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133</cp:revision>
  <cp:lastPrinted>2020-04-29T19:12:33Z</cp:lastPrinted>
  <dcterms:created xsi:type="dcterms:W3CDTF">2020-04-24T18:08:50Z</dcterms:created>
  <dcterms:modified xsi:type="dcterms:W3CDTF">2020-09-14T18:31:49Z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