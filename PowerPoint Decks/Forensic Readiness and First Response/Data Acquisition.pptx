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881" r:id="rId2"/>
    <p:sldId id="2889" r:id="rId3"/>
    <p:sldId id="2890" r:id="rId4"/>
    <p:sldId id="2895" r:id="rId5"/>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presProps" Target="presProps.xml"/><Relationship Id="rId12" Type="http://schemas.openxmlformats.org/officeDocument/2006/relationships/customXml" Target="../customXml/item2.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customXml" Target="../customXml/item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F550400D-634F-4ECE-8B99-E301607E417A}" type="datetimeFigureOut">
              <a:rPr lang="en-US" smtClean="0"/>
              <a:t>9/14/2020</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22CA5BA8-5709-4BCF-8567-BC7E030021D0}" type="slidenum">
              <a:rPr lang="en-US" smtClean="0"/>
              <a:t>‹#›</a:t>
            </a:fld>
            <a:endParaRPr lang="en-US"/>
          </a:p>
        </p:txBody>
      </p:sp>
    </p:spTree>
    <p:extLst>
      <p:ext uri="{BB962C8B-B14F-4D97-AF65-F5344CB8AC3E}">
        <p14:creationId xmlns:p14="http://schemas.microsoft.com/office/powerpoint/2010/main" val="3507634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1</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37494975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2</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900873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3</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2843779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4</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38873683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FFCC102-5D77-AB4A-B015-62CEE166E515}"/>
              </a:ext>
            </a:extLst>
          </p:cNvPr>
          <p:cNvSpPr/>
          <p:nvPr userDrawn="1"/>
        </p:nvSpPr>
        <p:spPr>
          <a:xfrm>
            <a:off x="76199" y="1257301"/>
            <a:ext cx="12039600" cy="5524499"/>
          </a:xfrm>
          <a:prstGeom prst="rect">
            <a:avLst/>
          </a:prstGeom>
          <a:solidFill>
            <a:schemeClr val="tx1"/>
          </a:solidFill>
          <a:ln w="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bg1"/>
              </a:solidFill>
            </a:endParaRPr>
          </a:p>
        </p:txBody>
      </p:sp>
      <p:cxnSp>
        <p:nvCxnSpPr>
          <p:cNvPr id="13" name="Straight Connector 12">
            <a:extLst>
              <a:ext uri="{FF2B5EF4-FFF2-40B4-BE49-F238E27FC236}">
                <a16:creationId xmlns:a16="http://schemas.microsoft.com/office/drawing/2014/main" id="{F66CB8CD-22B6-8E44-A0B2-E202A3F50FC0}"/>
              </a:ext>
            </a:extLst>
          </p:cNvPr>
          <p:cNvCxnSpPr>
            <a:cxnSpLocks/>
          </p:cNvCxnSpPr>
          <p:nvPr userDrawn="1"/>
        </p:nvCxnSpPr>
        <p:spPr>
          <a:xfrm>
            <a:off x="76199" y="1257301"/>
            <a:ext cx="12039600" cy="0"/>
          </a:xfrm>
          <a:prstGeom prst="line">
            <a:avLst/>
          </a:prstGeom>
          <a:ln w="25400"/>
        </p:spPr>
        <p:style>
          <a:lnRef idx="1">
            <a:schemeClr val="accent2"/>
          </a:lnRef>
          <a:fillRef idx="0">
            <a:schemeClr val="accent2"/>
          </a:fillRef>
          <a:effectRef idx="0">
            <a:schemeClr val="accent2"/>
          </a:effectRef>
          <a:fontRef idx="minor">
            <a:schemeClr val="tx1"/>
          </a:fontRef>
        </p:style>
      </p:cxnSp>
      <p:pic>
        <p:nvPicPr>
          <p:cNvPr id="9" name="Picture 8">
            <a:extLst>
              <a:ext uri="{FF2B5EF4-FFF2-40B4-BE49-F238E27FC236}">
                <a16:creationId xmlns:a16="http://schemas.microsoft.com/office/drawing/2014/main" id="{91E13A89-D0B2-A346-9918-7B58BA5F80BF}"/>
              </a:ext>
            </a:extLst>
          </p:cNvPr>
          <p:cNvPicPr>
            <a:picLocks noChangeAspect="1"/>
          </p:cNvPicPr>
          <p:nvPr userDrawn="1"/>
        </p:nvPicPr>
        <p:blipFill rotWithShape="1">
          <a:blip r:embed="rId2"/>
          <a:srcRect t="22486" b="28721"/>
          <a:stretch/>
        </p:blipFill>
        <p:spPr>
          <a:xfrm>
            <a:off x="409554" y="221946"/>
            <a:ext cx="2688317" cy="833317"/>
          </a:xfrm>
          <a:prstGeom prst="rect">
            <a:avLst/>
          </a:prstGeom>
        </p:spPr>
      </p:pic>
      <p:sp>
        <p:nvSpPr>
          <p:cNvPr id="8" name="Title 1">
            <a:extLst>
              <a:ext uri="{FF2B5EF4-FFF2-40B4-BE49-F238E27FC236}">
                <a16:creationId xmlns:a16="http://schemas.microsoft.com/office/drawing/2014/main" id="{E537DE53-9F91-F144-B090-6891FC7F64E7}"/>
              </a:ext>
            </a:extLst>
          </p:cNvPr>
          <p:cNvSpPr>
            <a:spLocks noGrp="1"/>
          </p:cNvSpPr>
          <p:nvPr>
            <p:ph type="title"/>
          </p:nvPr>
        </p:nvSpPr>
        <p:spPr>
          <a:xfrm>
            <a:off x="1121782" y="1354512"/>
            <a:ext cx="10515600" cy="1882337"/>
          </a:xfrm>
          <a:prstGeom prst="rect">
            <a:avLst/>
          </a:prstGeom>
          <a:ln>
            <a:noFill/>
          </a:ln>
        </p:spPr>
        <p:txBody>
          <a:bodyPr anchor="b"/>
          <a:lstStyle>
            <a:lvl1pPr algn="r">
              <a:defRPr sz="6000">
                <a:solidFill>
                  <a:schemeClr val="bg1"/>
                </a:solidFill>
              </a:defRPr>
            </a:lvl1pPr>
          </a:lstStyle>
          <a:p>
            <a:r>
              <a:rPr lang="en-US"/>
              <a:t>Click to edit Master title style</a:t>
            </a:r>
          </a:p>
        </p:txBody>
      </p:sp>
      <p:sp>
        <p:nvSpPr>
          <p:cNvPr id="11" name="Text Placeholder 2">
            <a:extLst>
              <a:ext uri="{FF2B5EF4-FFF2-40B4-BE49-F238E27FC236}">
                <a16:creationId xmlns:a16="http://schemas.microsoft.com/office/drawing/2014/main" id="{9C3AB1C3-283D-F547-BE60-C0223B09E9F0}"/>
              </a:ext>
            </a:extLst>
          </p:cNvPr>
          <p:cNvSpPr>
            <a:spLocks noGrp="1"/>
          </p:cNvSpPr>
          <p:nvPr>
            <p:ph type="body" idx="1"/>
          </p:nvPr>
        </p:nvSpPr>
        <p:spPr>
          <a:xfrm>
            <a:off x="1121782" y="3539550"/>
            <a:ext cx="10515600" cy="959999"/>
          </a:xfrm>
          <a:prstGeom prst="rect">
            <a:avLst/>
          </a:prstGeom>
        </p:spPr>
        <p:txBody>
          <a:bodyPr/>
          <a:lstStyle>
            <a:lvl1pPr marL="0" indent="0" algn="r">
              <a:buNone/>
              <a:defRPr sz="2400" b="1" i="0">
                <a:solidFill>
                  <a:schemeClr val="bg1"/>
                </a:solidFill>
                <a:latin typeface="Proxima Nova Semibold" panose="02000506030000020004"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010504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pyright">
    <p:bg>
      <p:bgPr>
        <a:solidFill>
          <a:schemeClr val="accent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8550376-BED7-4B46-B83A-D8C4218AB513}"/>
              </a:ext>
            </a:extLst>
          </p:cNvPr>
          <p:cNvSpPr/>
          <p:nvPr userDrawn="1"/>
        </p:nvSpPr>
        <p:spPr>
          <a:xfrm>
            <a:off x="76199" y="1257301"/>
            <a:ext cx="12039600" cy="5524499"/>
          </a:xfrm>
          <a:prstGeom prst="rect">
            <a:avLst/>
          </a:prstGeom>
          <a:solidFill>
            <a:schemeClr val="tx1"/>
          </a:solidFill>
          <a:ln w="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bg1"/>
              </a:solidFill>
            </a:endParaRPr>
          </a:p>
        </p:txBody>
      </p:sp>
      <p:cxnSp>
        <p:nvCxnSpPr>
          <p:cNvPr id="7" name="Straight Connector 6">
            <a:extLst>
              <a:ext uri="{FF2B5EF4-FFF2-40B4-BE49-F238E27FC236}">
                <a16:creationId xmlns:a16="http://schemas.microsoft.com/office/drawing/2014/main" id="{F3B7B21E-0316-A247-8CEE-8DE76EAD7C95}"/>
              </a:ext>
            </a:extLst>
          </p:cNvPr>
          <p:cNvCxnSpPr>
            <a:cxnSpLocks/>
          </p:cNvCxnSpPr>
          <p:nvPr userDrawn="1"/>
        </p:nvCxnSpPr>
        <p:spPr>
          <a:xfrm>
            <a:off x="76199" y="1257301"/>
            <a:ext cx="12039600" cy="0"/>
          </a:xfrm>
          <a:prstGeom prst="line">
            <a:avLst/>
          </a:prstGeom>
          <a:ln w="25400"/>
        </p:spPr>
        <p:style>
          <a:lnRef idx="1">
            <a:schemeClr val="accent2"/>
          </a:lnRef>
          <a:fillRef idx="0">
            <a:schemeClr val="accent2"/>
          </a:fillRef>
          <a:effectRef idx="0">
            <a:schemeClr val="accent2"/>
          </a:effectRef>
          <a:fontRef idx="minor">
            <a:schemeClr val="tx1"/>
          </a:fontRef>
        </p:style>
      </p:cxnSp>
      <p:pic>
        <p:nvPicPr>
          <p:cNvPr id="9" name="Picture 8">
            <a:extLst>
              <a:ext uri="{FF2B5EF4-FFF2-40B4-BE49-F238E27FC236}">
                <a16:creationId xmlns:a16="http://schemas.microsoft.com/office/drawing/2014/main" id="{1FFA49D0-3C17-1747-A936-9501950BD561}"/>
              </a:ext>
            </a:extLst>
          </p:cNvPr>
          <p:cNvPicPr>
            <a:picLocks noChangeAspect="1"/>
          </p:cNvPicPr>
          <p:nvPr userDrawn="1"/>
        </p:nvPicPr>
        <p:blipFill rotWithShape="1">
          <a:blip r:embed="rId2"/>
          <a:srcRect t="22486" b="28721"/>
          <a:stretch/>
        </p:blipFill>
        <p:spPr>
          <a:xfrm>
            <a:off x="409554" y="221946"/>
            <a:ext cx="2688317" cy="833317"/>
          </a:xfrm>
          <a:prstGeom prst="rect">
            <a:avLst/>
          </a:prstGeom>
        </p:spPr>
      </p:pic>
      <p:sp>
        <p:nvSpPr>
          <p:cNvPr id="12" name="Subtitle 2">
            <a:extLst>
              <a:ext uri="{FF2B5EF4-FFF2-40B4-BE49-F238E27FC236}">
                <a16:creationId xmlns:a16="http://schemas.microsoft.com/office/drawing/2014/main" id="{004542C0-6F92-F542-B358-53649EAA8761}"/>
              </a:ext>
            </a:extLst>
          </p:cNvPr>
          <p:cNvSpPr txBox="1">
            <a:spLocks/>
          </p:cNvSpPr>
          <p:nvPr userDrawn="1"/>
        </p:nvSpPr>
        <p:spPr>
          <a:xfrm>
            <a:off x="624051" y="5195340"/>
            <a:ext cx="10943897" cy="1253359"/>
          </a:xfrm>
          <a:prstGeom prst="rect">
            <a:avLst/>
          </a:prstGeom>
        </p:spPr>
        <p:txBody>
          <a:bodyPr vert="horz" lIns="91440" tIns="45720" rIns="91440" bIns="45720" rtlCol="0">
            <a:normAutofit/>
          </a:bodyPr>
          <a:lstStyle>
            <a:lvl1pPr marL="0" indent="0" algn="r" defTabSz="914400" rtl="0" eaLnBrk="1" latinLnBrk="0" hangingPunct="1">
              <a:lnSpc>
                <a:spcPct val="90000"/>
              </a:lnSpc>
              <a:spcBef>
                <a:spcPts val="1000"/>
              </a:spcBef>
              <a:buFont typeface="Courier New" panose="02070309020205020404" pitchFamily="49" charset="0"/>
              <a:buNone/>
              <a:tabLst/>
              <a:defRPr sz="2800" b="1" i="0" kern="1200">
                <a:solidFill>
                  <a:schemeClr val="tx1"/>
                </a:solidFill>
                <a:latin typeface="Proxima Nova Semibold" panose="02000506030000020004" pitchFamily="2" charset="0"/>
                <a:ea typeface="+mn-ea"/>
                <a:cs typeface="+mn-cs"/>
              </a:defRPr>
            </a:lvl1pPr>
            <a:lvl2pPr marL="457200" indent="0" algn="ctr" defTabSz="914400" rtl="0" eaLnBrk="1" latinLnBrk="0" hangingPunct="1">
              <a:lnSpc>
                <a:spcPct val="90000"/>
              </a:lnSpc>
              <a:spcBef>
                <a:spcPts val="500"/>
              </a:spcBef>
              <a:buFont typeface="Courier New" panose="02070309020205020404" pitchFamily="49" charset="0"/>
              <a:buNone/>
              <a:tabLst/>
              <a:defRPr sz="2000" b="0" i="0" kern="1200">
                <a:solidFill>
                  <a:srgbClr val="525656"/>
                </a:solidFill>
                <a:latin typeface="Adelle Sans" panose="02000503000000020004" pitchFamily="2" charset="77"/>
                <a:ea typeface="+mn-ea"/>
                <a:cs typeface="+mn-cs"/>
              </a:defRPr>
            </a:lvl2pPr>
            <a:lvl3pPr marL="914400" indent="0" algn="ctr" defTabSz="914400" rtl="0" eaLnBrk="1" latinLnBrk="0" hangingPunct="1">
              <a:lnSpc>
                <a:spcPct val="90000"/>
              </a:lnSpc>
              <a:spcBef>
                <a:spcPts val="500"/>
              </a:spcBef>
              <a:buFont typeface="Courier New" panose="02070309020205020404" pitchFamily="49" charset="0"/>
              <a:buNone/>
              <a:tabLst/>
              <a:defRPr sz="1800" b="0" i="0" kern="1200">
                <a:solidFill>
                  <a:srgbClr val="525656"/>
                </a:solidFill>
                <a:latin typeface="Adelle Sans" panose="02000503000000020004" pitchFamily="2" charset="77"/>
                <a:ea typeface="+mn-ea"/>
                <a:cs typeface="+mn-cs"/>
              </a:defRPr>
            </a:lvl3pPr>
            <a:lvl4pPr marL="1371600" indent="0" algn="ctr" defTabSz="914400" rtl="0" eaLnBrk="1" latinLnBrk="0" hangingPunct="1">
              <a:lnSpc>
                <a:spcPct val="90000"/>
              </a:lnSpc>
              <a:spcBef>
                <a:spcPts val="500"/>
              </a:spcBef>
              <a:buFont typeface="Courier New" panose="02070309020205020404" pitchFamily="49" charset="0"/>
              <a:buNone/>
              <a:tabLst/>
              <a:defRPr sz="1600" b="0" i="0" kern="1200">
                <a:solidFill>
                  <a:srgbClr val="525656"/>
                </a:solidFill>
                <a:latin typeface="Adelle Sans" panose="02000503000000020004" pitchFamily="2" charset="77"/>
                <a:ea typeface="+mn-ea"/>
                <a:cs typeface="+mn-cs"/>
              </a:defRPr>
            </a:lvl4pPr>
            <a:lvl5pPr marL="1828800" indent="0" algn="ctr" defTabSz="914400" rtl="0" eaLnBrk="1" latinLnBrk="0" hangingPunct="1">
              <a:lnSpc>
                <a:spcPct val="90000"/>
              </a:lnSpc>
              <a:spcBef>
                <a:spcPts val="500"/>
              </a:spcBef>
              <a:buFont typeface="Courier New" panose="02070309020205020404" pitchFamily="49" charset="0"/>
              <a:buNone/>
              <a:tabLst/>
              <a:defRPr sz="1600" b="0" i="0" kern="1200">
                <a:solidFill>
                  <a:srgbClr val="525656"/>
                </a:solidFill>
                <a:latin typeface="Adelle Sans" panose="02000503000000020004" pitchFamily="2"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600" b="0" i="0">
                <a:solidFill>
                  <a:schemeClr val="bg1"/>
                </a:solidFill>
                <a:latin typeface="Adelle Sans" panose="02000503000000020004" pitchFamily="2" charset="77"/>
              </a:rPr>
              <a:t>Click to edit Master subtitle style</a:t>
            </a:r>
          </a:p>
        </p:txBody>
      </p:sp>
    </p:spTree>
    <p:extLst>
      <p:ext uri="{BB962C8B-B14F-4D97-AF65-F5344CB8AC3E}">
        <p14:creationId xmlns:p14="http://schemas.microsoft.com/office/powerpoint/2010/main" val="3754250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951679-C038-3D4F-B9C6-BD4097A52467}"/>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02ECF62-AF5A-6A4B-8DAF-6576CE0FE947}"/>
              </a:ext>
            </a:extLst>
          </p:cNvPr>
          <p:cNvSpPr>
            <a:spLocks noGrp="1"/>
          </p:cNvSpPr>
          <p:nvPr>
            <p:ph idx="1"/>
          </p:nvPr>
        </p:nvSpPr>
        <p:spPr>
          <a:xfrm>
            <a:off x="507124" y="1161288"/>
            <a:ext cx="11175123" cy="4687891"/>
          </a:xfrm>
          <a:prstGeom prst="rect">
            <a:avLst/>
          </a:prstGeom>
        </p:spPr>
        <p:txBody>
          <a:bodyPr/>
          <a:lstStyle>
            <a:lvl1pPr>
              <a:defRPr b="0" i="0">
                <a:latin typeface="Adelle Sans" panose="02000503000000020004" pitchFamily="2" charset="77"/>
              </a:defRPr>
            </a:lvl1pPr>
            <a:lvl2pPr marL="685800" indent="-228600">
              <a:buFont typeface="Courier New" panose="02070309020205020404" pitchFamily="49" charset="0"/>
              <a:buChar char="o"/>
              <a:defRPr b="0" i="0">
                <a:solidFill>
                  <a:srgbClr val="525656"/>
                </a:solidFill>
                <a:latin typeface="Adelle Sans" panose="02000503000000020004" pitchFamily="2" charset="77"/>
              </a:defRPr>
            </a:lvl2pPr>
            <a:lvl3pPr marL="1143000" indent="-228600">
              <a:buFont typeface="Courier New" panose="02070309020205020404" pitchFamily="49" charset="0"/>
              <a:buChar char="o"/>
              <a:defRPr b="0" i="0">
                <a:solidFill>
                  <a:srgbClr val="525656"/>
                </a:solidFill>
                <a:latin typeface="Adelle Sans" panose="02000503000000020004" pitchFamily="2" charset="77"/>
              </a:defRPr>
            </a:lvl3pPr>
            <a:lvl4pPr marL="1600200" indent="-228600">
              <a:buFont typeface="Courier New" panose="02070309020205020404" pitchFamily="49" charset="0"/>
              <a:buChar char="o"/>
              <a:defRPr b="0" i="0">
                <a:solidFill>
                  <a:srgbClr val="525656"/>
                </a:solidFill>
                <a:latin typeface="Adelle Sans" panose="02000503000000020004" pitchFamily="2" charset="77"/>
              </a:defRPr>
            </a:lvl4pPr>
            <a:lvl5pPr marL="2057400" indent="-228600">
              <a:buFont typeface="Courier New" panose="02070309020205020404" pitchFamily="49" charset="0"/>
              <a:buChar char="o"/>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28B7FA2-906C-224F-91E8-737C56BAA8A6}"/>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pic>
        <p:nvPicPr>
          <p:cNvPr id="12" name="Picture 11">
            <a:extLst>
              <a:ext uri="{FF2B5EF4-FFF2-40B4-BE49-F238E27FC236}">
                <a16:creationId xmlns:a16="http://schemas.microsoft.com/office/drawing/2014/main" id="{4CCF5606-6DC5-4A43-91BA-969B5443296E}"/>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8" name="Rectangle 7">
            <a:extLst>
              <a:ext uri="{FF2B5EF4-FFF2-40B4-BE49-F238E27FC236}">
                <a16:creationId xmlns:a16="http://schemas.microsoft.com/office/drawing/2014/main" id="{C34C16D8-B479-BB46-AD7C-0AC4F5CEDC76}"/>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3377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02ADA8A-EE40-8D42-B058-429F77AD6030}"/>
              </a:ext>
            </a:extLst>
          </p:cNvPr>
          <p:cNvSpPr/>
          <p:nvPr userDrawn="1"/>
        </p:nvSpPr>
        <p:spPr>
          <a:xfrm>
            <a:off x="76199" y="1257301"/>
            <a:ext cx="12039600" cy="5524499"/>
          </a:xfrm>
          <a:prstGeom prst="rect">
            <a:avLst/>
          </a:prstGeom>
          <a:solidFill>
            <a:schemeClr val="tx1"/>
          </a:solidFill>
          <a:ln w="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 name="Title 1">
            <a:extLst>
              <a:ext uri="{FF2B5EF4-FFF2-40B4-BE49-F238E27FC236}">
                <a16:creationId xmlns:a16="http://schemas.microsoft.com/office/drawing/2014/main" id="{0534CEAF-3B24-A242-A428-FB8B1A7D5F21}"/>
              </a:ext>
            </a:extLst>
          </p:cNvPr>
          <p:cNvSpPr>
            <a:spLocks noGrp="1"/>
          </p:cNvSpPr>
          <p:nvPr>
            <p:ph type="title"/>
          </p:nvPr>
        </p:nvSpPr>
        <p:spPr>
          <a:xfrm>
            <a:off x="831850" y="2648054"/>
            <a:ext cx="10515600" cy="1882337"/>
          </a:xfrm>
          <a:prstGeom prst="rect">
            <a:avLst/>
          </a:prstGeom>
          <a:ln>
            <a:noFill/>
          </a:ln>
        </p:spPr>
        <p:txBody>
          <a:bodyPr anchor="b"/>
          <a:lstStyle>
            <a:lvl1pPr algn="ct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DAB81C1E-F57C-FB49-8A8C-E5F2C60D08C6}"/>
              </a:ext>
            </a:extLst>
          </p:cNvPr>
          <p:cNvSpPr>
            <a:spLocks noGrp="1"/>
          </p:cNvSpPr>
          <p:nvPr>
            <p:ph type="body" idx="1"/>
          </p:nvPr>
        </p:nvSpPr>
        <p:spPr>
          <a:xfrm>
            <a:off x="831850" y="4814406"/>
            <a:ext cx="10515600" cy="959999"/>
          </a:xfrm>
          <a:prstGeom prst="rect">
            <a:avLst/>
          </a:prstGeom>
        </p:spPr>
        <p:txBody>
          <a:bodyPr/>
          <a:lstStyle>
            <a:lvl1pPr marL="0" indent="0" algn="ctr">
              <a:buNone/>
              <a:defRPr sz="2400" b="1" i="0">
                <a:solidFill>
                  <a:schemeClr val="bg1"/>
                </a:solidFill>
                <a:latin typeface="Proxima Nova Semibold" panose="02000506030000020004"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a:extLst>
              <a:ext uri="{FF2B5EF4-FFF2-40B4-BE49-F238E27FC236}">
                <a16:creationId xmlns:a16="http://schemas.microsoft.com/office/drawing/2014/main" id="{72B0757F-692F-4442-AC10-47BE80EC633F}"/>
              </a:ext>
            </a:extLst>
          </p:cNvPr>
          <p:cNvPicPr>
            <a:picLocks noChangeAspect="1"/>
          </p:cNvPicPr>
          <p:nvPr userDrawn="1"/>
        </p:nvPicPr>
        <p:blipFill rotWithShape="1">
          <a:blip r:embed="rId2"/>
          <a:srcRect t="18801" b="16721"/>
          <a:stretch/>
        </p:blipFill>
        <p:spPr>
          <a:xfrm>
            <a:off x="5496490" y="237942"/>
            <a:ext cx="1327643" cy="856044"/>
          </a:xfrm>
          <a:prstGeom prst="rect">
            <a:avLst/>
          </a:prstGeom>
        </p:spPr>
      </p:pic>
      <p:cxnSp>
        <p:nvCxnSpPr>
          <p:cNvPr id="10" name="Straight Connector 9">
            <a:extLst>
              <a:ext uri="{FF2B5EF4-FFF2-40B4-BE49-F238E27FC236}">
                <a16:creationId xmlns:a16="http://schemas.microsoft.com/office/drawing/2014/main" id="{C75C7F33-8A0F-C247-8673-DF3D12BB0E56}"/>
              </a:ext>
            </a:extLst>
          </p:cNvPr>
          <p:cNvCxnSpPr>
            <a:cxnSpLocks/>
          </p:cNvCxnSpPr>
          <p:nvPr userDrawn="1"/>
        </p:nvCxnSpPr>
        <p:spPr>
          <a:xfrm>
            <a:off x="76199" y="1257301"/>
            <a:ext cx="12039600" cy="0"/>
          </a:xfrm>
          <a:prstGeom prst="line">
            <a:avLst/>
          </a:prstGeom>
          <a:ln w="254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18283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5601DA-8347-6048-AFC7-B3EE3A4EDB24}"/>
              </a:ext>
            </a:extLst>
          </p:cNvPr>
          <p:cNvSpPr>
            <a:spLocks noGrp="1"/>
          </p:cNvSpPr>
          <p:nvPr>
            <p:ph sz="half" idx="1"/>
          </p:nvPr>
        </p:nvSpPr>
        <p:spPr>
          <a:xfrm>
            <a:off x="525516" y="1161288"/>
            <a:ext cx="5339256" cy="4247315"/>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a:extLst>
              <a:ext uri="{FF2B5EF4-FFF2-40B4-BE49-F238E27FC236}">
                <a16:creationId xmlns:a16="http://schemas.microsoft.com/office/drawing/2014/main" id="{448A93EA-740D-534C-9F9A-851CAAFC6F58}"/>
              </a:ext>
            </a:extLst>
          </p:cNvPr>
          <p:cNvSpPr>
            <a:spLocks noGrp="1"/>
          </p:cNvSpPr>
          <p:nvPr>
            <p:ph sz="half" idx="13"/>
          </p:nvPr>
        </p:nvSpPr>
        <p:spPr>
          <a:xfrm>
            <a:off x="6327230" y="1161288"/>
            <a:ext cx="5339256" cy="4247315"/>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E841E47F-9CBC-DD48-8C04-77F3D57C3379}"/>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9" name="Rectangle 8">
            <a:extLst>
              <a:ext uri="{FF2B5EF4-FFF2-40B4-BE49-F238E27FC236}">
                <a16:creationId xmlns:a16="http://schemas.microsoft.com/office/drawing/2014/main" id="{3D2B1C16-A483-9045-B5B4-5312C63A98DF}"/>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2CDC1CD-60B7-3A48-9555-D2A53A2C6D9B}"/>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8F647ED5-144A-1F43-9397-C331DF9F50F5}"/>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3669641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5601DA-8347-6048-AFC7-B3EE3A4EDB24}"/>
              </a:ext>
            </a:extLst>
          </p:cNvPr>
          <p:cNvSpPr>
            <a:spLocks noGrp="1"/>
          </p:cNvSpPr>
          <p:nvPr>
            <p:ph sz="half" idx="1"/>
          </p:nvPr>
        </p:nvSpPr>
        <p:spPr>
          <a:xfrm>
            <a:off x="525515" y="1161288"/>
            <a:ext cx="11022320" cy="4247315"/>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E841E47F-9CBC-DD48-8C04-77F3D57C3379}"/>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9" name="Rectangle 8">
            <a:extLst>
              <a:ext uri="{FF2B5EF4-FFF2-40B4-BE49-F238E27FC236}">
                <a16:creationId xmlns:a16="http://schemas.microsoft.com/office/drawing/2014/main" id="{F6293178-3B92-7843-ACDD-A6618DC287B8}"/>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1752F457-B5E3-8F47-95DD-D367B00BA38B}"/>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12" name="Rectangle 11">
            <a:extLst>
              <a:ext uri="{FF2B5EF4-FFF2-40B4-BE49-F238E27FC236}">
                <a16:creationId xmlns:a16="http://schemas.microsoft.com/office/drawing/2014/main" id="{B5FC8432-B0CC-124E-92A6-31C64477B9CF}"/>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9541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5601DA-8347-6048-AFC7-B3EE3A4EDB24}"/>
              </a:ext>
            </a:extLst>
          </p:cNvPr>
          <p:cNvSpPr>
            <a:spLocks noGrp="1"/>
          </p:cNvSpPr>
          <p:nvPr>
            <p:ph sz="half" idx="1"/>
          </p:nvPr>
        </p:nvSpPr>
        <p:spPr>
          <a:xfrm>
            <a:off x="4903304" y="1161288"/>
            <a:ext cx="6763234" cy="2911642"/>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9B32B816-31A6-5D4A-A375-EC666A89A105}"/>
              </a:ext>
            </a:extLst>
          </p:cNvPr>
          <p:cNvPicPr>
            <a:picLocks noChangeAspect="1"/>
          </p:cNvPicPr>
          <p:nvPr userDrawn="1"/>
        </p:nvPicPr>
        <p:blipFill>
          <a:blip r:embed="rId2"/>
          <a:stretch>
            <a:fillRect/>
          </a:stretch>
        </p:blipFill>
        <p:spPr>
          <a:xfrm>
            <a:off x="961699" y="1161288"/>
            <a:ext cx="3549974" cy="4437468"/>
          </a:xfrm>
          <a:prstGeom prst="rect">
            <a:avLst/>
          </a:prstGeom>
        </p:spPr>
      </p:pic>
      <p:pic>
        <p:nvPicPr>
          <p:cNvPr id="7" name="Picture 6">
            <a:extLst>
              <a:ext uri="{FF2B5EF4-FFF2-40B4-BE49-F238E27FC236}">
                <a16:creationId xmlns:a16="http://schemas.microsoft.com/office/drawing/2014/main" id="{89126C43-57A2-E347-AD98-A4972DDFF024}"/>
              </a:ext>
            </a:extLst>
          </p:cNvPr>
          <p:cNvPicPr>
            <a:picLocks noChangeAspect="1"/>
          </p:cNvPicPr>
          <p:nvPr userDrawn="1"/>
        </p:nvPicPr>
        <p:blipFill rotWithShape="1">
          <a:blip r:embed="rId3"/>
          <a:srcRect r="66281" b="-1742"/>
          <a:stretch/>
        </p:blipFill>
        <p:spPr>
          <a:xfrm>
            <a:off x="275249" y="5904491"/>
            <a:ext cx="686450" cy="732790"/>
          </a:xfrm>
          <a:prstGeom prst="rect">
            <a:avLst/>
          </a:prstGeom>
        </p:spPr>
      </p:pic>
      <p:sp>
        <p:nvSpPr>
          <p:cNvPr id="9" name="Rectangle 8">
            <a:extLst>
              <a:ext uri="{FF2B5EF4-FFF2-40B4-BE49-F238E27FC236}">
                <a16:creationId xmlns:a16="http://schemas.microsoft.com/office/drawing/2014/main" id="{9E068130-E2E2-5E46-8F8E-5AB9C589153C}"/>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76860F66-25E7-8E47-8582-F4D74F2E48F1}"/>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13" name="Rectangle 12">
            <a:extLst>
              <a:ext uri="{FF2B5EF4-FFF2-40B4-BE49-F238E27FC236}">
                <a16:creationId xmlns:a16="http://schemas.microsoft.com/office/drawing/2014/main" id="{48FC791A-95B2-5E41-9A70-75AB9C875165}"/>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37181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C5CA925-A192-0942-8DCB-09514A197750}"/>
              </a:ext>
            </a:extLst>
          </p:cNvPr>
          <p:cNvSpPr>
            <a:spLocks noGrp="1"/>
          </p:cNvSpPr>
          <p:nvPr>
            <p:ph type="body" idx="1"/>
          </p:nvPr>
        </p:nvSpPr>
        <p:spPr>
          <a:xfrm>
            <a:off x="525516" y="1118193"/>
            <a:ext cx="5339256" cy="823912"/>
          </a:xfrm>
          <a:prstGeom prst="rect">
            <a:avLst/>
          </a:prstGeom>
        </p:spPr>
        <p:txBody>
          <a:bodyPr anchor="b">
            <a:normAutofit/>
          </a:bodyPr>
          <a:lstStyle>
            <a:lvl1pPr marL="0" indent="0">
              <a:buNone/>
              <a:defRPr sz="2800" b="1" i="0">
                <a:solidFill>
                  <a:schemeClr val="accent6">
                    <a:lumMod val="50000"/>
                  </a:schemeClr>
                </a:solidFill>
                <a:latin typeface="Proxima Nova Semibold" panose="02000506030000020004"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788494-3E34-F041-B8E4-A88C3ED8C5F9}"/>
              </a:ext>
            </a:extLst>
          </p:cNvPr>
          <p:cNvSpPr>
            <a:spLocks noGrp="1"/>
          </p:cNvSpPr>
          <p:nvPr>
            <p:ph sz="half" idx="2"/>
          </p:nvPr>
        </p:nvSpPr>
        <p:spPr>
          <a:xfrm>
            <a:off x="525516" y="2051473"/>
            <a:ext cx="5339256" cy="3684588"/>
          </a:xfrm>
          <a:prstGeom prst="rect">
            <a:avLst/>
          </a:prstGeom>
        </p:spPr>
        <p:txBody>
          <a:bodyPr/>
          <a:lstStyle>
            <a:lvl1pPr>
              <a:defRPr sz="2000" b="0" i="0">
                <a:latin typeface="Adelle Sans" panose="02000503000000020004" pitchFamily="2" charset="77"/>
              </a:defRPr>
            </a:lvl1pPr>
            <a:lvl2pPr>
              <a:defRPr sz="1800" b="0" i="0">
                <a:solidFill>
                  <a:srgbClr val="525656"/>
                </a:solidFill>
                <a:latin typeface="Adelle Sans" panose="02000503000000020004" pitchFamily="2" charset="77"/>
              </a:defRPr>
            </a:lvl2pPr>
            <a:lvl3pPr>
              <a:defRPr sz="1600" b="0" i="0">
                <a:solidFill>
                  <a:srgbClr val="525656"/>
                </a:solidFill>
                <a:latin typeface="Adelle Sans" panose="02000503000000020004" pitchFamily="2" charset="77"/>
              </a:defRPr>
            </a:lvl3pPr>
            <a:lvl4pPr>
              <a:defRPr b="0" i="0">
                <a:solidFill>
                  <a:srgbClr val="525656"/>
                </a:solidFill>
                <a:latin typeface="Adelle Sans" panose="02000503000000020004" pitchFamily="2" charset="77"/>
              </a:defRPr>
            </a:lvl4pPr>
            <a:lvl5pPr>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51CB6872-94EB-EB45-BDBF-F7D3974C9DE4}"/>
              </a:ext>
            </a:extLst>
          </p:cNvPr>
          <p:cNvSpPr>
            <a:spLocks noGrp="1"/>
          </p:cNvSpPr>
          <p:nvPr>
            <p:ph sz="half" idx="13"/>
          </p:nvPr>
        </p:nvSpPr>
        <p:spPr>
          <a:xfrm>
            <a:off x="6358758" y="2051473"/>
            <a:ext cx="5339256" cy="3684588"/>
          </a:xfrm>
          <a:prstGeom prst="rect">
            <a:avLst/>
          </a:prstGeom>
        </p:spPr>
        <p:txBody>
          <a:bodyPr/>
          <a:lstStyle>
            <a:lvl1pPr>
              <a:defRPr b="0" i="0">
                <a:latin typeface="Adelle Sans" panose="02000503000000020004" pitchFamily="2" charset="77"/>
              </a:defRPr>
            </a:lvl1pPr>
            <a:lvl2pPr>
              <a:defRPr b="0" i="0">
                <a:solidFill>
                  <a:srgbClr val="525656"/>
                </a:solidFill>
                <a:latin typeface="Adelle Sans" panose="02000503000000020004" pitchFamily="2" charset="77"/>
              </a:defRPr>
            </a:lvl2pPr>
            <a:lvl3pPr>
              <a:defRPr b="0" i="0">
                <a:solidFill>
                  <a:srgbClr val="525656"/>
                </a:solidFill>
                <a:latin typeface="Adelle Sans" panose="02000503000000020004" pitchFamily="2" charset="77"/>
              </a:defRPr>
            </a:lvl3pPr>
            <a:lvl4pPr>
              <a:defRPr b="0" i="0">
                <a:solidFill>
                  <a:srgbClr val="525656"/>
                </a:solidFill>
                <a:latin typeface="Adelle Sans" panose="02000503000000020004" pitchFamily="2" charset="77"/>
              </a:defRPr>
            </a:lvl4pPr>
            <a:lvl5pPr>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6" name="Picture 15">
            <a:extLst>
              <a:ext uri="{FF2B5EF4-FFF2-40B4-BE49-F238E27FC236}">
                <a16:creationId xmlns:a16="http://schemas.microsoft.com/office/drawing/2014/main" id="{4DDE1C7E-4CC2-C942-8FC1-BE8CDAB37DB2}"/>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17" name="Text Placeholder 2">
            <a:extLst>
              <a:ext uri="{FF2B5EF4-FFF2-40B4-BE49-F238E27FC236}">
                <a16:creationId xmlns:a16="http://schemas.microsoft.com/office/drawing/2014/main" id="{3E3E685A-2A2D-6D4B-90D0-C351A9D72C70}"/>
              </a:ext>
            </a:extLst>
          </p:cNvPr>
          <p:cNvSpPr>
            <a:spLocks noGrp="1"/>
          </p:cNvSpPr>
          <p:nvPr>
            <p:ph type="body" idx="14"/>
          </p:nvPr>
        </p:nvSpPr>
        <p:spPr>
          <a:xfrm>
            <a:off x="6358758" y="1118193"/>
            <a:ext cx="5339256" cy="823912"/>
          </a:xfrm>
          <a:prstGeom prst="rect">
            <a:avLst/>
          </a:prstGeom>
        </p:spPr>
        <p:txBody>
          <a:bodyPr anchor="b">
            <a:normAutofit/>
          </a:bodyPr>
          <a:lstStyle>
            <a:lvl1pPr marL="0" indent="0">
              <a:buNone/>
              <a:defRPr sz="2800" b="1" i="0">
                <a:solidFill>
                  <a:schemeClr val="accent6">
                    <a:lumMod val="50000"/>
                  </a:schemeClr>
                </a:solidFill>
                <a:latin typeface="Proxima Nova Semibold" panose="02000506030000020004"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Rectangle 10">
            <a:extLst>
              <a:ext uri="{FF2B5EF4-FFF2-40B4-BE49-F238E27FC236}">
                <a16:creationId xmlns:a16="http://schemas.microsoft.com/office/drawing/2014/main" id="{1DAAE57A-FE05-9C4D-864E-23C54D16BF2F}"/>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A55EC85A-83D7-754F-92C5-D85306B21964}"/>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14" name="Rectangle 13">
            <a:extLst>
              <a:ext uri="{FF2B5EF4-FFF2-40B4-BE49-F238E27FC236}">
                <a16:creationId xmlns:a16="http://schemas.microsoft.com/office/drawing/2014/main" id="{2E895DC7-61FB-464B-A0D1-046B8C0906C9}"/>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392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1FF22C-90B2-C248-AC4E-B2382376A131}"/>
              </a:ext>
            </a:extLst>
          </p:cNvPr>
          <p:cNvPicPr>
            <a:picLocks noChangeAspect="1"/>
          </p:cNvPicPr>
          <p:nvPr/>
        </p:nvPicPr>
        <p:blipFill rotWithShape="1">
          <a:blip r:embed="rId2"/>
          <a:srcRect r="66281" b="-1742"/>
          <a:stretch/>
        </p:blipFill>
        <p:spPr>
          <a:xfrm>
            <a:off x="275249" y="5904491"/>
            <a:ext cx="686450" cy="732790"/>
          </a:xfrm>
          <a:prstGeom prst="rect">
            <a:avLst/>
          </a:prstGeom>
        </p:spPr>
      </p:pic>
      <p:pic>
        <p:nvPicPr>
          <p:cNvPr id="15" name="Picture 14">
            <a:extLst>
              <a:ext uri="{FF2B5EF4-FFF2-40B4-BE49-F238E27FC236}">
                <a16:creationId xmlns:a16="http://schemas.microsoft.com/office/drawing/2014/main" id="{4870C5A3-B0F2-B343-A1A8-822AF0AFBF36}"/>
              </a:ext>
            </a:extLst>
          </p:cNvPr>
          <p:cNvPicPr>
            <a:picLocks noChangeAspect="1"/>
          </p:cNvPicPr>
          <p:nvPr userDrawn="1"/>
        </p:nvPicPr>
        <p:blipFill>
          <a:blip r:embed="rId3"/>
          <a:stretch>
            <a:fillRect/>
          </a:stretch>
        </p:blipFill>
        <p:spPr>
          <a:xfrm>
            <a:off x="6334540" y="1530094"/>
            <a:ext cx="5501262" cy="1943146"/>
          </a:xfrm>
          <a:prstGeom prst="rect">
            <a:avLst/>
          </a:prstGeom>
        </p:spPr>
      </p:pic>
      <p:sp>
        <p:nvSpPr>
          <p:cNvPr id="11" name="Rectangle 10">
            <a:extLst>
              <a:ext uri="{FF2B5EF4-FFF2-40B4-BE49-F238E27FC236}">
                <a16:creationId xmlns:a16="http://schemas.microsoft.com/office/drawing/2014/main" id="{537D7183-C54B-2B4D-B36F-3DFB8F31E7F4}"/>
              </a:ext>
            </a:extLst>
          </p:cNvPr>
          <p:cNvSpPr/>
          <p:nvPr userDrawn="1"/>
        </p:nvSpPr>
        <p:spPr>
          <a:xfrm>
            <a:off x="73152" y="7315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1A31B2F-9578-7B4B-A18A-143A08D25286}"/>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2">
            <a:extLst>
              <a:ext uri="{FF2B5EF4-FFF2-40B4-BE49-F238E27FC236}">
                <a16:creationId xmlns:a16="http://schemas.microsoft.com/office/drawing/2014/main" id="{87395722-9303-174D-ADA2-E8CEB2DD285E}"/>
              </a:ext>
            </a:extLst>
          </p:cNvPr>
          <p:cNvSpPr>
            <a:spLocks noGrp="1"/>
          </p:cNvSpPr>
          <p:nvPr>
            <p:ph type="body" idx="1"/>
          </p:nvPr>
        </p:nvSpPr>
        <p:spPr>
          <a:xfrm>
            <a:off x="525516" y="1118193"/>
            <a:ext cx="5339256" cy="823912"/>
          </a:xfrm>
          <a:prstGeom prst="rect">
            <a:avLst/>
          </a:prstGeom>
        </p:spPr>
        <p:txBody>
          <a:bodyPr anchor="b">
            <a:normAutofit/>
          </a:bodyPr>
          <a:lstStyle>
            <a:lvl1pPr marL="0" indent="0">
              <a:buNone/>
              <a:defRPr sz="2800" b="1" i="0">
                <a:solidFill>
                  <a:schemeClr val="accent6">
                    <a:lumMod val="50000"/>
                  </a:schemeClr>
                </a:solidFill>
                <a:latin typeface="Proxima Nova Semibold" panose="02000506030000020004"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3">
            <a:extLst>
              <a:ext uri="{FF2B5EF4-FFF2-40B4-BE49-F238E27FC236}">
                <a16:creationId xmlns:a16="http://schemas.microsoft.com/office/drawing/2014/main" id="{AC5BA04E-B66F-8A48-943B-662CC114090B}"/>
              </a:ext>
            </a:extLst>
          </p:cNvPr>
          <p:cNvSpPr>
            <a:spLocks noGrp="1"/>
          </p:cNvSpPr>
          <p:nvPr>
            <p:ph sz="half" idx="2"/>
          </p:nvPr>
        </p:nvSpPr>
        <p:spPr>
          <a:xfrm>
            <a:off x="525516" y="2051473"/>
            <a:ext cx="5339256" cy="3684588"/>
          </a:xfrm>
          <a:prstGeom prst="rect">
            <a:avLst/>
          </a:prstGeom>
        </p:spPr>
        <p:txBody>
          <a:bodyPr/>
          <a:lstStyle>
            <a:lvl1pPr>
              <a:defRPr sz="2000" b="0" i="0">
                <a:latin typeface="Adelle Sans" panose="02000503000000020004" pitchFamily="2" charset="77"/>
              </a:defRPr>
            </a:lvl1pPr>
            <a:lvl2pPr>
              <a:defRPr sz="1800" b="0" i="0">
                <a:solidFill>
                  <a:srgbClr val="525656"/>
                </a:solidFill>
                <a:latin typeface="Adelle Sans" panose="02000503000000020004" pitchFamily="2" charset="77"/>
              </a:defRPr>
            </a:lvl2pPr>
            <a:lvl3pPr>
              <a:defRPr sz="1600" b="0" i="0">
                <a:solidFill>
                  <a:srgbClr val="525656"/>
                </a:solidFill>
                <a:latin typeface="Adelle Sans" panose="02000503000000020004" pitchFamily="2" charset="77"/>
              </a:defRPr>
            </a:lvl3pPr>
            <a:lvl4pPr>
              <a:defRPr b="0" i="0">
                <a:solidFill>
                  <a:srgbClr val="525656"/>
                </a:solidFill>
                <a:latin typeface="Adelle Sans" panose="02000503000000020004" pitchFamily="2" charset="77"/>
              </a:defRPr>
            </a:lvl4pPr>
            <a:lvl5pPr>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a:extLst>
              <a:ext uri="{FF2B5EF4-FFF2-40B4-BE49-F238E27FC236}">
                <a16:creationId xmlns:a16="http://schemas.microsoft.com/office/drawing/2014/main" id="{5D8779A3-A4DE-484C-BE3C-DB7ADCD25B3F}"/>
              </a:ext>
            </a:extLst>
          </p:cNvPr>
          <p:cNvSpPr>
            <a:spLocks noGrp="1"/>
          </p:cNvSpPr>
          <p:nvPr>
            <p:ph type="title"/>
          </p:nvPr>
        </p:nvSpPr>
        <p:spPr>
          <a:xfrm>
            <a:off x="507124" y="-18288"/>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1582437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accent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85BD484-3EA0-2E4E-A60B-8C347D911C8D}"/>
              </a:ext>
            </a:extLst>
          </p:cNvPr>
          <p:cNvSpPr/>
          <p:nvPr/>
        </p:nvSpPr>
        <p:spPr>
          <a:xfrm>
            <a:off x="73152" y="73152"/>
            <a:ext cx="12037568" cy="6713728"/>
          </a:xfrm>
          <a:prstGeom prst="rect">
            <a:avLst/>
          </a:prstGeom>
          <a:solidFill>
            <a:srgbClr val="151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noFill/>
              </a:rPr>
              <a:t>     </a:t>
            </a:r>
          </a:p>
        </p:txBody>
      </p:sp>
      <p:sp>
        <p:nvSpPr>
          <p:cNvPr id="7" name="Content Placeholder 2">
            <a:extLst>
              <a:ext uri="{FF2B5EF4-FFF2-40B4-BE49-F238E27FC236}">
                <a16:creationId xmlns:a16="http://schemas.microsoft.com/office/drawing/2014/main" id="{9795B372-A8BB-B64B-AD18-74876C5FBE69}"/>
              </a:ext>
            </a:extLst>
          </p:cNvPr>
          <p:cNvSpPr>
            <a:spLocks noGrp="1"/>
          </p:cNvSpPr>
          <p:nvPr>
            <p:ph idx="1"/>
          </p:nvPr>
        </p:nvSpPr>
        <p:spPr>
          <a:xfrm>
            <a:off x="507124" y="1161288"/>
            <a:ext cx="10943431" cy="4410031"/>
          </a:xfrm>
          <a:prstGeom prst="rect">
            <a:avLst/>
          </a:prstGeom>
        </p:spPr>
        <p:txBody>
          <a:bodyPr/>
          <a:lstStyle>
            <a:lvl1pPr>
              <a:defRPr b="0" i="0">
                <a:solidFill>
                  <a:schemeClr val="bg1"/>
                </a:solidFill>
                <a:latin typeface="Adelle Sans" panose="02000503000000020004" pitchFamily="2" charset="77"/>
              </a:defRPr>
            </a:lvl1pPr>
            <a:lvl2pPr>
              <a:defRPr b="0" i="0">
                <a:solidFill>
                  <a:schemeClr val="bg1"/>
                </a:solidFill>
                <a:latin typeface="Adelle Sans" panose="02000503000000020004" pitchFamily="2" charset="77"/>
              </a:defRPr>
            </a:lvl2pPr>
            <a:lvl3pPr>
              <a:defRPr b="0" i="0">
                <a:solidFill>
                  <a:schemeClr val="bg1"/>
                </a:solidFill>
                <a:latin typeface="Adelle Sans" panose="02000503000000020004" pitchFamily="2" charset="77"/>
              </a:defRPr>
            </a:lvl3pPr>
            <a:lvl4pPr>
              <a:defRPr b="0" i="0">
                <a:solidFill>
                  <a:schemeClr val="bg1"/>
                </a:solidFill>
                <a:latin typeface="Adelle Sans" panose="02000503000000020004" pitchFamily="2" charset="77"/>
              </a:defRPr>
            </a:lvl4pPr>
            <a:lvl5pPr>
              <a:defRPr b="0" i="0">
                <a:solidFill>
                  <a:schemeClr val="bg1"/>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Picture 10">
            <a:extLst>
              <a:ext uri="{FF2B5EF4-FFF2-40B4-BE49-F238E27FC236}">
                <a16:creationId xmlns:a16="http://schemas.microsoft.com/office/drawing/2014/main" id="{28D42F22-D84C-BA44-A88C-5F7DF96918F8}"/>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8" name="Title 1">
            <a:extLst>
              <a:ext uri="{FF2B5EF4-FFF2-40B4-BE49-F238E27FC236}">
                <a16:creationId xmlns:a16="http://schemas.microsoft.com/office/drawing/2014/main" id="{F1B5676D-862E-0E47-9C05-7682B86B57E3}"/>
              </a:ext>
            </a:extLst>
          </p:cNvPr>
          <p:cNvSpPr>
            <a:spLocks noGrp="1"/>
          </p:cNvSpPr>
          <p:nvPr>
            <p:ph type="title"/>
          </p:nvPr>
        </p:nvSpPr>
        <p:spPr>
          <a:xfrm>
            <a:off x="507124" y="-18288"/>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4022474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F04465-AABC-3A4F-8FC9-8995FEDCDC6F}"/>
              </a:ext>
            </a:extLst>
          </p:cNvPr>
          <p:cNvSpPr/>
          <p:nvPr/>
        </p:nvSpPr>
        <p:spPr>
          <a:xfrm>
            <a:off x="76200" y="76202"/>
            <a:ext cx="8839200" cy="6674095"/>
          </a:xfrm>
          <a:prstGeom prst="rect">
            <a:avLst/>
          </a:prstGeom>
          <a:solidFill>
            <a:srgbClr val="15194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1EFD6FA-B95F-4B4E-B8E9-6AA2FC82158D}"/>
              </a:ext>
            </a:extLst>
          </p:cNvPr>
          <p:cNvPicPr>
            <a:picLocks noChangeAspect="1"/>
          </p:cNvPicPr>
          <p:nvPr/>
        </p:nvPicPr>
        <p:blipFill rotWithShape="1">
          <a:blip r:embed="rId2"/>
          <a:srcRect r="66281" b="-1742"/>
          <a:stretch/>
        </p:blipFill>
        <p:spPr>
          <a:xfrm>
            <a:off x="275249" y="5904491"/>
            <a:ext cx="686450" cy="732790"/>
          </a:xfrm>
          <a:prstGeom prst="rect">
            <a:avLst/>
          </a:prstGeom>
        </p:spPr>
      </p:pic>
      <p:pic>
        <p:nvPicPr>
          <p:cNvPr id="3" name="Picture 2">
            <a:extLst>
              <a:ext uri="{FF2B5EF4-FFF2-40B4-BE49-F238E27FC236}">
                <a16:creationId xmlns:a16="http://schemas.microsoft.com/office/drawing/2014/main" id="{FAE481BF-4009-2943-A1EB-415987851989}"/>
              </a:ext>
            </a:extLst>
          </p:cNvPr>
          <p:cNvPicPr>
            <a:picLocks noChangeAspect="1"/>
          </p:cNvPicPr>
          <p:nvPr userDrawn="1"/>
        </p:nvPicPr>
        <p:blipFill>
          <a:blip r:embed="rId3"/>
          <a:stretch>
            <a:fillRect/>
          </a:stretch>
        </p:blipFill>
        <p:spPr>
          <a:xfrm>
            <a:off x="8763000" y="0"/>
            <a:ext cx="3429000" cy="6858000"/>
          </a:xfrm>
          <a:prstGeom prst="rect">
            <a:avLst/>
          </a:prstGeom>
        </p:spPr>
      </p:pic>
      <p:sp>
        <p:nvSpPr>
          <p:cNvPr id="7" name="Content Placeholder 2">
            <a:extLst>
              <a:ext uri="{FF2B5EF4-FFF2-40B4-BE49-F238E27FC236}">
                <a16:creationId xmlns:a16="http://schemas.microsoft.com/office/drawing/2014/main" id="{8C2C405E-EB31-5040-A5D4-B62FD78591E1}"/>
              </a:ext>
            </a:extLst>
          </p:cNvPr>
          <p:cNvSpPr>
            <a:spLocks noGrp="1"/>
          </p:cNvSpPr>
          <p:nvPr>
            <p:ph idx="1"/>
          </p:nvPr>
        </p:nvSpPr>
        <p:spPr>
          <a:xfrm>
            <a:off x="507125" y="1161288"/>
            <a:ext cx="7668688" cy="4410031"/>
          </a:xfrm>
          <a:prstGeom prst="rect">
            <a:avLst/>
          </a:prstGeom>
        </p:spPr>
        <p:txBody>
          <a:bodyPr/>
          <a:lstStyle>
            <a:lvl1pPr>
              <a:defRPr b="0" i="0">
                <a:solidFill>
                  <a:schemeClr val="bg1"/>
                </a:solidFill>
                <a:latin typeface="Adelle Sans" panose="02000503000000020004" pitchFamily="2" charset="77"/>
              </a:defRPr>
            </a:lvl1pPr>
            <a:lvl2pPr>
              <a:defRPr b="0" i="0">
                <a:solidFill>
                  <a:schemeClr val="bg1"/>
                </a:solidFill>
                <a:latin typeface="Adelle Sans" panose="02000503000000020004" pitchFamily="2" charset="77"/>
              </a:defRPr>
            </a:lvl2pPr>
            <a:lvl3pPr>
              <a:defRPr b="0" i="0">
                <a:solidFill>
                  <a:schemeClr val="bg1"/>
                </a:solidFill>
                <a:latin typeface="Adelle Sans" panose="02000503000000020004" pitchFamily="2" charset="77"/>
              </a:defRPr>
            </a:lvl3pPr>
            <a:lvl4pPr>
              <a:defRPr b="0" i="0">
                <a:solidFill>
                  <a:schemeClr val="bg1"/>
                </a:solidFill>
                <a:latin typeface="Adelle Sans" panose="02000503000000020004" pitchFamily="2" charset="77"/>
              </a:defRPr>
            </a:lvl4pPr>
            <a:lvl5pPr>
              <a:defRPr b="0" i="0">
                <a:solidFill>
                  <a:schemeClr val="bg1"/>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a:extLst>
              <a:ext uri="{FF2B5EF4-FFF2-40B4-BE49-F238E27FC236}">
                <a16:creationId xmlns:a16="http://schemas.microsoft.com/office/drawing/2014/main" id="{F9E52FE2-18BD-AE42-8568-24AFE8F2EC8F}"/>
              </a:ext>
            </a:extLst>
          </p:cNvPr>
          <p:cNvSpPr>
            <a:spLocks noGrp="1"/>
          </p:cNvSpPr>
          <p:nvPr>
            <p:ph type="title"/>
          </p:nvPr>
        </p:nvSpPr>
        <p:spPr>
          <a:xfrm>
            <a:off x="507124" y="-18288"/>
            <a:ext cx="7668689"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41322210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HORT Bullets and Image">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pic>
        <p:nvPicPr>
          <p:cNvPr id="6" name="Picture 5">
            <a:extLst>
              <a:ext uri="{FF2B5EF4-FFF2-40B4-BE49-F238E27FC236}">
                <a16:creationId xmlns:a16="http://schemas.microsoft.com/office/drawing/2014/main" id="{0FBEC28D-04BA-104A-BA4B-BC3FEFA7E2D7}"/>
              </a:ext>
            </a:extLst>
          </p:cNvPr>
          <p:cNvPicPr>
            <a:picLocks noChangeAspect="1"/>
          </p:cNvPicPr>
          <p:nvPr userDrawn="1"/>
        </p:nvPicPr>
        <p:blipFill>
          <a:blip r:embed="rId3"/>
          <a:stretch>
            <a:fillRect/>
          </a:stretch>
        </p:blipFill>
        <p:spPr>
          <a:xfrm>
            <a:off x="6374771" y="1124903"/>
            <a:ext cx="4576693" cy="4576693"/>
          </a:xfrm>
          <a:prstGeom prst="rect">
            <a:avLst/>
          </a:prstGeom>
        </p:spPr>
      </p:pic>
      <p:sp>
        <p:nvSpPr>
          <p:cNvPr id="7" name="Content Placeholder 3">
            <a:extLst>
              <a:ext uri="{FF2B5EF4-FFF2-40B4-BE49-F238E27FC236}">
                <a16:creationId xmlns:a16="http://schemas.microsoft.com/office/drawing/2014/main" id="{2C8D256E-5B00-D64D-A0EC-80D6BD5541DA}"/>
              </a:ext>
            </a:extLst>
          </p:cNvPr>
          <p:cNvSpPr>
            <a:spLocks noGrp="1"/>
          </p:cNvSpPr>
          <p:nvPr>
            <p:ph sz="half" idx="2"/>
          </p:nvPr>
        </p:nvSpPr>
        <p:spPr>
          <a:xfrm>
            <a:off x="525463" y="1161288"/>
            <a:ext cx="4826825" cy="3834805"/>
          </a:xfrm>
          <a:prstGeom prst="rect">
            <a:avLst/>
          </a:prstGeom>
        </p:spPr>
        <p:txBody>
          <a:bodyPr/>
          <a:lstStyle>
            <a:lvl1pPr>
              <a:defRPr sz="2000" b="0" i="0">
                <a:latin typeface="Adelle Sans" panose="02000503000000020004" pitchFamily="2" charset="77"/>
              </a:defRPr>
            </a:lvl1pPr>
            <a:lvl2pPr>
              <a:defRPr sz="1800" b="0" i="0">
                <a:solidFill>
                  <a:srgbClr val="525656"/>
                </a:solidFill>
                <a:latin typeface="Adelle Sans" panose="02000503000000020004" pitchFamily="2" charset="77"/>
              </a:defRPr>
            </a:lvl2pPr>
            <a:lvl3pPr>
              <a:defRPr sz="1600" b="0" i="0">
                <a:solidFill>
                  <a:srgbClr val="525656"/>
                </a:solidFill>
                <a:latin typeface="Adelle Sans" panose="02000503000000020004" pitchFamily="2" charset="77"/>
              </a:defRPr>
            </a:lvl3pPr>
            <a:lvl4pPr>
              <a:defRPr b="0" i="0">
                <a:solidFill>
                  <a:srgbClr val="525656"/>
                </a:solidFill>
                <a:latin typeface="Adelle Sans" panose="02000503000000020004" pitchFamily="2" charset="77"/>
              </a:defRPr>
            </a:lvl4pPr>
            <a:lvl5pPr>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CB7573F1-14B9-C145-93E8-D66D31701A10}"/>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940DA479-972A-AC44-8FF3-6E03BA01F7CA}"/>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16" name="Rectangle 15">
            <a:extLst>
              <a:ext uri="{FF2B5EF4-FFF2-40B4-BE49-F238E27FC236}">
                <a16:creationId xmlns:a16="http://schemas.microsoft.com/office/drawing/2014/main" id="{95658B93-7979-CF45-802B-A99C6576E858}"/>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4380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Line Title">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6" name="Rectangle 5">
            <a:extLst>
              <a:ext uri="{FF2B5EF4-FFF2-40B4-BE49-F238E27FC236}">
                <a16:creationId xmlns:a16="http://schemas.microsoft.com/office/drawing/2014/main" id="{516A5AF1-5967-884E-BB29-5EAC91B62B4B}"/>
              </a:ext>
            </a:extLst>
          </p:cNvPr>
          <p:cNvSpPr/>
          <p:nvPr userDrawn="1"/>
        </p:nvSpPr>
        <p:spPr>
          <a:xfrm>
            <a:off x="76200" y="76201"/>
            <a:ext cx="12039600" cy="12283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EE2573F-BD73-B044-8C4C-CB67550B3DF3}"/>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F82F6E4A-1F7B-5B40-9689-E5E7AB056842}"/>
              </a:ext>
            </a:extLst>
          </p:cNvPr>
          <p:cNvSpPr>
            <a:spLocks noGrp="1"/>
          </p:cNvSpPr>
          <p:nvPr>
            <p:ph sz="half" idx="1"/>
          </p:nvPr>
        </p:nvSpPr>
        <p:spPr>
          <a:xfrm>
            <a:off x="525515" y="1463040"/>
            <a:ext cx="11022320" cy="4247315"/>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426AB305-7FA0-2C41-ADCF-834278ABE42F}"/>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4278848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with Title">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6" name="Rectangle 5">
            <a:extLst>
              <a:ext uri="{FF2B5EF4-FFF2-40B4-BE49-F238E27FC236}">
                <a16:creationId xmlns:a16="http://schemas.microsoft.com/office/drawing/2014/main" id="{516A5AF1-5967-884E-BB29-5EAC91B62B4B}"/>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CA705E69-3D25-EF43-9B57-0C3AC1F5FCD1}"/>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8" name="Rectangle 7">
            <a:extLst>
              <a:ext uri="{FF2B5EF4-FFF2-40B4-BE49-F238E27FC236}">
                <a16:creationId xmlns:a16="http://schemas.microsoft.com/office/drawing/2014/main" id="{FEE2573F-BD73-B044-8C4C-CB67550B3DF3}"/>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5061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Alternate">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6" name="Rectangle 5">
            <a:extLst>
              <a:ext uri="{FF2B5EF4-FFF2-40B4-BE49-F238E27FC236}">
                <a16:creationId xmlns:a16="http://schemas.microsoft.com/office/drawing/2014/main" id="{5F96A518-3E71-3F41-B51D-F3F8D63F1B01}"/>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81294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No Bar Title with Content">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4" name="Title Placeholder 1">
            <a:extLst>
              <a:ext uri="{FF2B5EF4-FFF2-40B4-BE49-F238E27FC236}">
                <a16:creationId xmlns:a16="http://schemas.microsoft.com/office/drawing/2014/main" id="{CABD4948-F528-774E-A210-25D1BE40C1F5}"/>
              </a:ext>
            </a:extLst>
          </p:cNvPr>
          <p:cNvSpPr>
            <a:spLocks noGrp="1"/>
          </p:cNvSpPr>
          <p:nvPr>
            <p:ph type="title"/>
          </p:nvPr>
        </p:nvSpPr>
        <p:spPr>
          <a:xfrm>
            <a:off x="618474" y="261082"/>
            <a:ext cx="10515600" cy="798350"/>
          </a:xfrm>
          <a:prstGeom prst="rect">
            <a:avLst/>
          </a:prstGeom>
        </p:spPr>
        <p:txBody>
          <a:bodyPr vert="horz" lIns="91440" tIns="45720" rIns="91440" bIns="45720" rtlCol="0" anchor="ctr">
            <a:normAutofit/>
          </a:bodyPr>
          <a:lstStyle/>
          <a:p>
            <a:r>
              <a:rPr lang="en-US"/>
              <a:t>Click to edit Master title style</a:t>
            </a:r>
          </a:p>
        </p:txBody>
      </p:sp>
      <p:sp>
        <p:nvSpPr>
          <p:cNvPr id="5" name="Text Placeholder 2">
            <a:extLst>
              <a:ext uri="{FF2B5EF4-FFF2-40B4-BE49-F238E27FC236}">
                <a16:creationId xmlns:a16="http://schemas.microsoft.com/office/drawing/2014/main" id="{DB2080D5-BCF5-0642-B066-3A2589E22EDC}"/>
              </a:ext>
            </a:extLst>
          </p:cNvPr>
          <p:cNvSpPr>
            <a:spLocks noGrp="1"/>
          </p:cNvSpPr>
          <p:nvPr>
            <p:ph idx="1"/>
          </p:nvPr>
        </p:nvSpPr>
        <p:spPr>
          <a:xfrm>
            <a:off x="618474" y="1359698"/>
            <a:ext cx="10515600" cy="41495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0DD70B3E-6C46-734E-BC63-4349922825C1}"/>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5059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D46A-D5FE-DB4E-9784-A54A02D89FD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7379968-F075-E745-9452-7E0CAAC6C2C1}"/>
              </a:ext>
            </a:extLst>
          </p:cNvPr>
          <p:cNvSpPr>
            <a:spLocks noGrp="1"/>
          </p:cNvSpPr>
          <p:nvPr>
            <p:ph type="body" orient="vert" idx="1"/>
          </p:nvPr>
        </p:nvSpPr>
        <p:spPr>
          <a:xfrm>
            <a:off x="838200" y="1825625"/>
            <a:ext cx="10515600" cy="4149506"/>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352380-0A23-D140-9B2B-5F141AB5F0B7}"/>
              </a:ext>
            </a:extLst>
          </p:cNvPr>
          <p:cNvSpPr>
            <a:spLocks noGrp="1"/>
          </p:cNvSpPr>
          <p:nvPr>
            <p:ph type="dt" sz="half" idx="10"/>
          </p:nvPr>
        </p:nvSpPr>
        <p:spPr>
          <a:xfrm>
            <a:off x="838200" y="6356350"/>
            <a:ext cx="2743200" cy="365125"/>
          </a:xfrm>
          <a:prstGeom prst="rect">
            <a:avLst/>
          </a:prstGeom>
        </p:spPr>
        <p:txBody>
          <a:bodyPr/>
          <a:lstStyle/>
          <a:p>
            <a:fld id="{F0827792-99C6-C343-827E-BE9EDF804372}" type="datetimeFigureOut">
              <a:rPr lang="en-US" smtClean="0"/>
              <a:t>9/14/2020</a:t>
            </a:fld>
            <a:endParaRPr lang="en-US"/>
          </a:p>
        </p:txBody>
      </p:sp>
      <p:sp>
        <p:nvSpPr>
          <p:cNvPr id="5" name="Footer Placeholder 4">
            <a:extLst>
              <a:ext uri="{FF2B5EF4-FFF2-40B4-BE49-F238E27FC236}">
                <a16:creationId xmlns:a16="http://schemas.microsoft.com/office/drawing/2014/main" id="{126425EA-EF92-714F-B7AD-0B245EA428F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927246F-5803-9542-865F-75DB94630BBD}"/>
              </a:ext>
            </a:extLst>
          </p:cNvPr>
          <p:cNvSpPr>
            <a:spLocks noGrp="1"/>
          </p:cNvSpPr>
          <p:nvPr>
            <p:ph type="sldNum" sz="quarter" idx="12"/>
          </p:nvPr>
        </p:nvSpPr>
        <p:spPr>
          <a:xfrm>
            <a:off x="8610600" y="6356350"/>
            <a:ext cx="2743200" cy="365125"/>
          </a:xfrm>
          <a:prstGeom prst="rect">
            <a:avLst/>
          </a:prstGeom>
        </p:spPr>
        <p:txBody>
          <a:bodyPr/>
          <a:lstStyle/>
          <a:p>
            <a:fld id="{E3E3505C-93DC-5644-BB7E-5D517224F4A6}" type="slidenum">
              <a:rPr lang="en-US" smtClean="0"/>
              <a:t>‹#›</a:t>
            </a:fld>
            <a:endParaRPr lang="en-US"/>
          </a:p>
        </p:txBody>
      </p:sp>
    </p:spTree>
    <p:extLst>
      <p:ext uri="{BB962C8B-B14F-4D97-AF65-F5344CB8AC3E}">
        <p14:creationId xmlns:p14="http://schemas.microsoft.com/office/powerpoint/2010/main" val="21014910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A31B4E-687D-2C4C-B95D-A513660DA41A}"/>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3EFC86-AA65-C840-9828-EBFF405DC63A}"/>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85563C-0652-F94A-A10D-3A82E9DDB972}"/>
              </a:ext>
            </a:extLst>
          </p:cNvPr>
          <p:cNvSpPr>
            <a:spLocks noGrp="1"/>
          </p:cNvSpPr>
          <p:nvPr>
            <p:ph type="dt" sz="half" idx="10"/>
          </p:nvPr>
        </p:nvSpPr>
        <p:spPr>
          <a:xfrm>
            <a:off x="838200" y="6356350"/>
            <a:ext cx="2743200" cy="365125"/>
          </a:xfrm>
          <a:prstGeom prst="rect">
            <a:avLst/>
          </a:prstGeom>
        </p:spPr>
        <p:txBody>
          <a:bodyPr/>
          <a:lstStyle/>
          <a:p>
            <a:fld id="{F0827792-99C6-C343-827E-BE9EDF804372}" type="datetimeFigureOut">
              <a:rPr lang="en-US" smtClean="0"/>
              <a:t>9/14/2020</a:t>
            </a:fld>
            <a:endParaRPr lang="en-US"/>
          </a:p>
        </p:txBody>
      </p:sp>
      <p:sp>
        <p:nvSpPr>
          <p:cNvPr id="5" name="Footer Placeholder 4">
            <a:extLst>
              <a:ext uri="{FF2B5EF4-FFF2-40B4-BE49-F238E27FC236}">
                <a16:creationId xmlns:a16="http://schemas.microsoft.com/office/drawing/2014/main" id="{F440E9DA-0CA4-8A46-9B6A-E0873DE6524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B2926DA-2D9C-9848-8B94-21D740CEC617}"/>
              </a:ext>
            </a:extLst>
          </p:cNvPr>
          <p:cNvSpPr>
            <a:spLocks noGrp="1"/>
          </p:cNvSpPr>
          <p:nvPr>
            <p:ph type="sldNum" sz="quarter" idx="12"/>
          </p:nvPr>
        </p:nvSpPr>
        <p:spPr>
          <a:xfrm>
            <a:off x="8610600" y="6356350"/>
            <a:ext cx="2743200" cy="365125"/>
          </a:xfrm>
          <a:prstGeom prst="rect">
            <a:avLst/>
          </a:prstGeom>
        </p:spPr>
        <p:txBody>
          <a:bodyPr/>
          <a:lstStyle/>
          <a:p>
            <a:fld id="{E3E3505C-93DC-5644-BB7E-5D517224F4A6}" type="slidenum">
              <a:rPr lang="en-US" smtClean="0"/>
              <a:t>‹#›</a:t>
            </a:fld>
            <a:endParaRPr lang="en-US"/>
          </a:p>
        </p:txBody>
      </p:sp>
    </p:spTree>
    <p:extLst>
      <p:ext uri="{BB962C8B-B14F-4D97-AF65-F5344CB8AC3E}">
        <p14:creationId xmlns:p14="http://schemas.microsoft.com/office/powerpoint/2010/main" val="14990889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CC5976-D2A9-0E40-B643-553E9C12721E}" type="datetimeFigureOut">
              <a:rPr lang="en-US" smtClean="0"/>
              <a:t>9/14/2020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D34D80-FED8-0347-99C2-A970D5E76F80}" type="slidenum">
              <a:rPr lang="en-US" smtClean="0"/>
              <a:t>‹#›</a:t>
            </a:fld>
            <a:endParaRPr lang="en-US"/>
          </a:p>
        </p:txBody>
      </p:sp>
      <p:sp>
        <p:nvSpPr>
          <p:cNvPr id="5" name="Title Placeholder 1"/>
          <p:cNvSpPr>
            <a:spLocks noGrp="1"/>
          </p:cNvSpPr>
          <p:nvPr>
            <p:ph type="title"/>
          </p:nvPr>
        </p:nvSpPr>
        <p:spPr>
          <a:xfrm>
            <a:off x="185057" y="45816"/>
            <a:ext cx="10515600" cy="1325563"/>
          </a:xfrm>
          <a:prstGeom prst="rect">
            <a:avLst/>
          </a:prstGeom>
        </p:spPr>
        <p:txBody>
          <a:bodyPr vert="horz" lIns="91440" tIns="45720" rIns="91440" bIns="45720" rtlCol="0" anchor="ctr">
            <a:normAutofit/>
          </a:bodyPr>
          <a:lstStyle>
            <a:lvl1pPr>
              <a:defRPr b="1" i="0">
                <a:solidFill>
                  <a:schemeClr val="accent1"/>
                </a:solidFill>
                <a:latin typeface="Proxima Nova Semibold" panose="02000506030000020004" pitchFamily="50" charset="0"/>
                <a:ea typeface="Proxima Nova Semibold" panose="02000506030000020004" pitchFamily="50" charset="0"/>
                <a:cs typeface="Proxima Nova Semibold" panose="02000506030000020004" pitchFamily="50" charset="0"/>
              </a:defRPr>
            </a:lvl1pPr>
          </a:lstStyle>
          <a:p>
            <a:r>
              <a:rPr lang="en-US"/>
              <a:t>Click to edit Master title style</a:t>
            </a:r>
          </a:p>
        </p:txBody>
      </p:sp>
      <p:cxnSp>
        <p:nvCxnSpPr>
          <p:cNvPr id="7" name="Straight Connector 6"/>
          <p:cNvCxnSpPr/>
          <p:nvPr userDrawn="1"/>
        </p:nvCxnSpPr>
        <p:spPr>
          <a:xfrm flipH="1">
            <a:off x="1" y="1253823"/>
            <a:ext cx="5900056" cy="0"/>
          </a:xfrm>
          <a:prstGeom prst="line">
            <a:avLst/>
          </a:prstGeom>
          <a:ln w="190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F43B3D3-40A8-3046-B6AB-B81608DE9A5C}"/>
              </a:ext>
            </a:extLst>
          </p:cNvPr>
          <p:cNvCxnSpPr/>
          <p:nvPr userDrawn="1"/>
        </p:nvCxnSpPr>
        <p:spPr>
          <a:xfrm>
            <a:off x="3466640" y="6632154"/>
            <a:ext cx="8725360" cy="0"/>
          </a:xfrm>
          <a:prstGeom prst="line">
            <a:avLst/>
          </a:prstGeom>
          <a:ln w="25400">
            <a:solidFill>
              <a:srgbClr val="FF6720"/>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D94AF16-4C7A-0B4E-9E9B-4552F153A22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9535" y="5350042"/>
            <a:ext cx="1515544" cy="1507958"/>
          </a:xfrm>
          <a:prstGeom prst="rect">
            <a:avLst/>
          </a:prstGeom>
        </p:spPr>
      </p:pic>
      <p:pic>
        <p:nvPicPr>
          <p:cNvPr id="10" name="Picture 9">
            <a:extLst>
              <a:ext uri="{FF2B5EF4-FFF2-40B4-BE49-F238E27FC236}">
                <a16:creationId xmlns:a16="http://schemas.microsoft.com/office/drawing/2014/main" id="{52F31C6A-B9BE-7B40-BC2A-95807FB6F92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08040" y="6211178"/>
            <a:ext cx="2013203" cy="619619"/>
          </a:xfrm>
          <a:prstGeom prst="rect">
            <a:avLst/>
          </a:prstGeom>
        </p:spPr>
      </p:pic>
    </p:spTree>
    <p:extLst>
      <p:ext uri="{BB962C8B-B14F-4D97-AF65-F5344CB8AC3E}">
        <p14:creationId xmlns:p14="http://schemas.microsoft.com/office/powerpoint/2010/main" val="14100874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CC5976-D2A9-0E40-B643-553E9C12721E}" type="datetimeFigureOut">
              <a:rPr lang="en-US" smtClean="0"/>
              <a:t>9/14/2020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D34D80-FED8-0347-99C2-A970D5E76F80}" type="slidenum">
              <a:rPr lang="en-US" smtClean="0"/>
              <a:t>‹#›</a:t>
            </a:fld>
            <a:endParaRPr lang="en-US"/>
          </a:p>
        </p:txBody>
      </p:sp>
    </p:spTree>
    <p:extLst>
      <p:ext uri="{BB962C8B-B14F-4D97-AF65-F5344CB8AC3E}">
        <p14:creationId xmlns:p14="http://schemas.microsoft.com/office/powerpoint/2010/main" val="3984712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FF93D5-62F0-5145-AB64-7AC90B60F8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1F652F-5C50-294A-A9ED-638E2DAF4A43}"/>
              </a:ext>
            </a:extLst>
          </p:cNvPr>
          <p:cNvSpPr>
            <a:spLocks noGrp="1"/>
          </p:cNvSpPr>
          <p:nvPr>
            <p:ph type="body" idx="1"/>
          </p:nvPr>
        </p:nvSpPr>
        <p:spPr>
          <a:xfrm>
            <a:off x="838200" y="1825625"/>
            <a:ext cx="10515600" cy="41495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363796E1-F957-0F48-8AD0-8F8E3D0E5940}"/>
              </a:ext>
            </a:extLst>
          </p:cNvPr>
          <p:cNvPicPr>
            <a:picLocks noChangeAspect="1"/>
          </p:cNvPicPr>
          <p:nvPr userDrawn="1"/>
        </p:nvPicPr>
        <p:blipFill rotWithShape="1">
          <a:blip r:embed="rId22"/>
          <a:srcRect r="66281" b="-1742"/>
          <a:stretch/>
        </p:blipFill>
        <p:spPr>
          <a:xfrm>
            <a:off x="275249" y="5904491"/>
            <a:ext cx="686450" cy="732790"/>
          </a:xfrm>
          <a:prstGeom prst="rect">
            <a:avLst/>
          </a:prstGeom>
        </p:spPr>
      </p:pic>
    </p:spTree>
    <p:extLst>
      <p:ext uri="{BB962C8B-B14F-4D97-AF65-F5344CB8AC3E}">
        <p14:creationId xmlns:p14="http://schemas.microsoft.com/office/powerpoint/2010/main" val="10885678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txStyles>
    <p:titleStyle>
      <a:lvl1pPr algn="l" defTabSz="914400" rtl="0" eaLnBrk="1" latinLnBrk="0" hangingPunct="1">
        <a:lnSpc>
          <a:spcPct val="90000"/>
        </a:lnSpc>
        <a:spcBef>
          <a:spcPct val="0"/>
        </a:spcBef>
        <a:buNone/>
        <a:defRPr sz="3200" b="1" i="0" kern="1200">
          <a:solidFill>
            <a:schemeClr val="tx1"/>
          </a:solidFill>
          <a:latin typeface="Proxima Nova" panose="02000506030000020004" pitchFamily="2" charset="0"/>
          <a:ea typeface="+mj-ea"/>
          <a:cs typeface="+mj-cs"/>
        </a:defRPr>
      </a:lvl1pPr>
    </p:titleStyle>
    <p:bodyStyle>
      <a:lvl1pPr marL="344488" indent="-344488" algn="l" defTabSz="914400" rtl="0" eaLnBrk="1" latinLnBrk="0" hangingPunct="1">
        <a:lnSpc>
          <a:spcPct val="90000"/>
        </a:lnSpc>
        <a:spcBef>
          <a:spcPts val="1000"/>
        </a:spcBef>
        <a:buFont typeface="Courier New" panose="02070309020205020404" pitchFamily="49" charset="0"/>
        <a:buChar char="o"/>
        <a:tabLst/>
        <a:defRPr sz="2000" b="0" i="0" kern="1200">
          <a:solidFill>
            <a:srgbClr val="525656"/>
          </a:solidFill>
          <a:latin typeface="Adelle Sans" panose="02000503000000020004" pitchFamily="2" charset="77"/>
          <a:ea typeface="+mn-ea"/>
          <a:cs typeface="+mn-cs"/>
        </a:defRPr>
      </a:lvl1pPr>
      <a:lvl2pPr marL="750888" indent="-293688" algn="l" defTabSz="914400" rtl="0" eaLnBrk="1" latinLnBrk="0" hangingPunct="1">
        <a:lnSpc>
          <a:spcPct val="90000"/>
        </a:lnSpc>
        <a:spcBef>
          <a:spcPts val="500"/>
        </a:spcBef>
        <a:buFont typeface="Courier New" panose="02070309020205020404" pitchFamily="49" charset="0"/>
        <a:buChar char="o"/>
        <a:tabLst/>
        <a:defRPr sz="1800" b="0" i="0" kern="1200">
          <a:solidFill>
            <a:srgbClr val="525656"/>
          </a:solidFill>
          <a:latin typeface="Adelle Sans" panose="02000503000000020004" pitchFamily="2" charset="77"/>
          <a:ea typeface="+mn-ea"/>
          <a:cs typeface="+mn-cs"/>
        </a:defRPr>
      </a:lvl2pPr>
      <a:lvl3pPr marL="1208088" indent="-293688" algn="l" defTabSz="914400" rtl="0" eaLnBrk="1" latinLnBrk="0" hangingPunct="1">
        <a:lnSpc>
          <a:spcPct val="90000"/>
        </a:lnSpc>
        <a:spcBef>
          <a:spcPts val="500"/>
        </a:spcBef>
        <a:buFont typeface="Courier New" panose="02070309020205020404" pitchFamily="49" charset="0"/>
        <a:buChar char="o"/>
        <a:tabLst/>
        <a:defRPr sz="1600" b="0" i="0" kern="1200">
          <a:solidFill>
            <a:srgbClr val="525656"/>
          </a:solidFill>
          <a:latin typeface="Adelle Sans" panose="02000503000000020004" pitchFamily="2" charset="77"/>
          <a:ea typeface="+mn-ea"/>
          <a:cs typeface="+mn-cs"/>
        </a:defRPr>
      </a:lvl3pPr>
      <a:lvl4pPr marL="1604963" indent="-233363" algn="l" defTabSz="914400" rtl="0" eaLnBrk="1" latinLnBrk="0" hangingPunct="1">
        <a:lnSpc>
          <a:spcPct val="90000"/>
        </a:lnSpc>
        <a:spcBef>
          <a:spcPts val="500"/>
        </a:spcBef>
        <a:buFont typeface="Courier New" panose="02070309020205020404" pitchFamily="49" charset="0"/>
        <a:buChar char="o"/>
        <a:tabLst/>
        <a:defRPr sz="1400" b="0" i="0" kern="1200">
          <a:solidFill>
            <a:srgbClr val="525656"/>
          </a:solidFill>
          <a:latin typeface="Adelle Sans" panose="02000503000000020004" pitchFamily="2" charset="77"/>
          <a:ea typeface="+mn-ea"/>
          <a:cs typeface="+mn-cs"/>
        </a:defRPr>
      </a:lvl4pPr>
      <a:lvl5pPr marL="2062163" indent="-233363" algn="l" defTabSz="914400" rtl="0" eaLnBrk="1" latinLnBrk="0" hangingPunct="1">
        <a:lnSpc>
          <a:spcPct val="90000"/>
        </a:lnSpc>
        <a:spcBef>
          <a:spcPts val="500"/>
        </a:spcBef>
        <a:buFont typeface="Courier New" panose="02070309020205020404" pitchFamily="49" charset="0"/>
        <a:buChar char="o"/>
        <a:tabLst/>
        <a:defRPr sz="1200" b="0" i="0" kern="1200">
          <a:solidFill>
            <a:srgbClr val="525656"/>
          </a:solidFill>
          <a:latin typeface="Adelle Sans" panose="02000503000000020004"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24">
          <p15:clr>
            <a:srgbClr val="F26B43"/>
          </p15:clr>
        </p15:guide>
        <p15:guide id="2" orient="horz" pos="28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fontScale="92500" lnSpcReduction="20000"/>
          </a:bodyPr>
          <a:lstStyle/>
          <a:p>
            <a:r>
              <a:rPr lang="en-US" sz="3400" dirty="0"/>
              <a:t>A process of imaging or collecting information from various media in accordance with certain standards for analyzing its forensic value.</a:t>
            </a:r>
          </a:p>
          <a:p>
            <a:endParaRPr lang="en-US" sz="3400" dirty="0"/>
          </a:p>
          <a:p>
            <a:r>
              <a:rPr lang="en-US" sz="3400" dirty="0"/>
              <a:t>One of the most critical steps of digital forensics as improper acquisition may alter data in evidence media, and render it inadmissible in a court of law.</a:t>
            </a:r>
          </a:p>
          <a:p>
            <a:endParaRPr lang="en-US" sz="3400" dirty="0"/>
          </a:p>
          <a:p>
            <a:r>
              <a:rPr lang="en-US" sz="3400" dirty="0"/>
              <a:t>Incident responders should be able to verify the accuracy of acquired data, and the complete process should be auditable and acceptable to the court.</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What is Data Acquisition?</a:t>
            </a:r>
          </a:p>
        </p:txBody>
      </p:sp>
    </p:spTree>
    <p:extLst>
      <p:ext uri="{BB962C8B-B14F-4D97-AF65-F5344CB8AC3E}">
        <p14:creationId xmlns:p14="http://schemas.microsoft.com/office/powerpoint/2010/main" val="3973458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fontScale="92500" lnSpcReduction="20000"/>
          </a:bodyPr>
          <a:lstStyle/>
          <a:p>
            <a:r>
              <a:rPr lang="en-US" sz="3400" b="1" dirty="0"/>
              <a:t>Live/Volatile Data Acquisition</a:t>
            </a:r>
            <a:r>
              <a:rPr lang="en-US" sz="3400" dirty="0"/>
              <a:t> - Volatile data is fragile and lost when the system loses power or the user switches it off. Such data reside in registries, cache, and RAM. Since RAM and other volatile data are dynamic, a collection of this information should occur in real time.</a:t>
            </a:r>
          </a:p>
          <a:p>
            <a:endParaRPr lang="en-US" sz="3400" dirty="0"/>
          </a:p>
          <a:p>
            <a:r>
              <a:rPr lang="en-US" sz="3400" b="1" dirty="0"/>
              <a:t>Static Data Acquisition</a:t>
            </a:r>
            <a:r>
              <a:rPr lang="en-US" sz="3400" dirty="0"/>
              <a:t> - Incident responders can recover data from hard drives as well as from slack space, swap files, and unallocated drive space. Other sources of nonvolatile data include DVD-ROMs, USB thumb drives, and smartphones.</a:t>
            </a:r>
            <a:endParaRPr lang="en-US" sz="3200" dirty="0"/>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What are the two categories of data acquisition?</a:t>
            </a:r>
          </a:p>
        </p:txBody>
      </p:sp>
    </p:spTree>
    <p:extLst>
      <p:ext uri="{BB962C8B-B14F-4D97-AF65-F5344CB8AC3E}">
        <p14:creationId xmlns:p14="http://schemas.microsoft.com/office/powerpoint/2010/main" val="3270607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fontScale="92500" lnSpcReduction="20000"/>
          </a:bodyPr>
          <a:lstStyle/>
          <a:p>
            <a:pPr marL="0" indent="0">
              <a:buNone/>
            </a:pPr>
            <a:r>
              <a:rPr lang="en-US" sz="3400" dirty="0"/>
              <a:t>The points to remember while duplicating the data: </a:t>
            </a:r>
          </a:p>
          <a:p>
            <a:pPr marL="0" indent="0">
              <a:buNone/>
            </a:pPr>
            <a:endParaRPr lang="en-US" sz="3400" dirty="0"/>
          </a:p>
          <a:p>
            <a:r>
              <a:rPr lang="en-US" sz="3400" dirty="0"/>
              <a:t>Make a duplicate of the collected data so as to preserve the original </a:t>
            </a:r>
          </a:p>
          <a:p>
            <a:r>
              <a:rPr lang="en-US" sz="3400" dirty="0"/>
              <a:t>The data should be duplicated bit by bit to represent the same original data </a:t>
            </a:r>
          </a:p>
          <a:p>
            <a:r>
              <a:rPr lang="en-US" sz="3400" dirty="0"/>
              <a:t>Use industry standard or licensed hardware or software tools to duplicate the data </a:t>
            </a:r>
          </a:p>
          <a:p>
            <a:r>
              <a:rPr lang="en-US" sz="3400" dirty="0"/>
              <a:t>Once a copy of the original data is made and verified, you can use the copy for further processing</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What about Duplicating the Data (Imaging)?</a:t>
            </a:r>
          </a:p>
        </p:txBody>
      </p:sp>
    </p:spTree>
    <p:extLst>
      <p:ext uri="{BB962C8B-B14F-4D97-AF65-F5344CB8AC3E}">
        <p14:creationId xmlns:p14="http://schemas.microsoft.com/office/powerpoint/2010/main" val="2567913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additive="base">
                                        <p:cTn id="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anim calcmode="lin" valueType="num">
                                      <p:cBhvr additive="base">
                                        <p:cTn id="1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 calcmode="lin" valueType="num">
                                      <p:cBhvr additive="base">
                                        <p:cTn id="1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 calcmode="lin" valueType="num">
                                      <p:cBhvr additive="base">
                                        <p:cTn id="1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fontScale="77500" lnSpcReduction="20000"/>
          </a:bodyPr>
          <a:lstStyle/>
          <a:p>
            <a:pPr marL="0" indent="0">
              <a:buNone/>
            </a:pPr>
            <a:r>
              <a:rPr lang="en-US" sz="3400" dirty="0"/>
              <a:t>Hash values are equivalent to data fingerprints, as a result, two files should not contain the same hash values. </a:t>
            </a:r>
          </a:p>
          <a:p>
            <a:pPr marL="0" indent="0">
              <a:buNone/>
            </a:pPr>
            <a:endParaRPr lang="en-US" sz="3400" dirty="0"/>
          </a:p>
          <a:p>
            <a:pPr marL="0" indent="0">
              <a:buNone/>
            </a:pPr>
            <a:r>
              <a:rPr lang="en-US" sz="3400" dirty="0"/>
              <a:t>The hash algorithms used in forensics are </a:t>
            </a:r>
            <a:r>
              <a:rPr lang="en-US" sz="3400" b="1" dirty="0"/>
              <a:t>MD5</a:t>
            </a:r>
            <a:r>
              <a:rPr lang="en-US" sz="3400" dirty="0"/>
              <a:t> and </a:t>
            </a:r>
            <a:r>
              <a:rPr lang="en-US" sz="3400" b="1" dirty="0"/>
              <a:t>SHA</a:t>
            </a:r>
            <a:r>
              <a:rPr lang="en-US" sz="3400" dirty="0"/>
              <a:t>. </a:t>
            </a:r>
          </a:p>
          <a:p>
            <a:pPr marL="0" indent="0">
              <a:buNone/>
            </a:pPr>
            <a:endParaRPr lang="en-US" sz="3400" dirty="0"/>
          </a:p>
          <a:p>
            <a:pPr marL="0" indent="0">
              <a:buNone/>
            </a:pPr>
            <a:r>
              <a:rPr lang="en-US" sz="3400" dirty="0"/>
              <a:t>Perform the following steps to verify image integrity: </a:t>
            </a:r>
          </a:p>
          <a:p>
            <a:pPr marL="0" indent="0">
              <a:buNone/>
            </a:pPr>
            <a:endParaRPr lang="en-US" sz="3400" dirty="0"/>
          </a:p>
          <a:p>
            <a:r>
              <a:rPr lang="en-US" sz="3400" dirty="0"/>
              <a:t>Calculate the hash value of the original data and the forensic image generated </a:t>
            </a:r>
          </a:p>
          <a:p>
            <a:r>
              <a:rPr lang="en-US" sz="3400" dirty="0"/>
              <a:t>If there is a match it means that the forensic image is an exact replica of the original data</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What about Verifying Image Integrity?</a:t>
            </a:r>
          </a:p>
        </p:txBody>
      </p:sp>
    </p:spTree>
    <p:extLst>
      <p:ext uri="{BB962C8B-B14F-4D97-AF65-F5344CB8AC3E}">
        <p14:creationId xmlns:p14="http://schemas.microsoft.com/office/powerpoint/2010/main" val="3067286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 calcmode="lin" valueType="num">
                                      <p:cBhvr additive="base">
                                        <p:cTn id="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anim calcmode="lin" valueType="num">
                                      <p:cBhvr additive="base">
                                        <p:cTn id="1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anim calcmode="lin" valueType="num">
                                      <p:cBhvr additive="base">
                                        <p:cTn id="1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2019 Presentation Dark Theme">
  <a:themeElements>
    <a:clrScheme name="6cc241">
      <a:dk1>
        <a:srgbClr val="151945"/>
      </a:dk1>
      <a:lt1>
        <a:srgbClr val="FFFFFF"/>
      </a:lt1>
      <a:dk2>
        <a:srgbClr val="151746"/>
      </a:dk2>
      <a:lt2>
        <a:srgbClr val="FFFFFF"/>
      </a:lt2>
      <a:accent1>
        <a:srgbClr val="F9F9FA"/>
      </a:accent1>
      <a:accent2>
        <a:srgbClr val="FF671F"/>
      </a:accent2>
      <a:accent3>
        <a:srgbClr val="00A3E0"/>
      </a:accent3>
      <a:accent4>
        <a:srgbClr val="10069F"/>
      </a:accent4>
      <a:accent5>
        <a:srgbClr val="6CC249"/>
      </a:accent5>
      <a:accent6>
        <a:srgbClr val="9C9BA7"/>
      </a:accent6>
      <a:hlink>
        <a:srgbClr val="FF671F"/>
      </a:hlink>
      <a:folHlink>
        <a:srgbClr val="FF671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W_ONLY" id="{65C80431-16F2-514A-97BA-71A18EFAAF0C}" vid="{8E954B59-A4E7-B141-A2A5-05D60EBF4B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1F4BBF0267C540AB0714A5A9B8B2A0" ma:contentTypeVersion="13" ma:contentTypeDescription="Create a new document." ma:contentTypeScope="" ma:versionID="6b71af909276ca060a08b3157d1d9f21">
  <xsd:schema xmlns:xsd="http://www.w3.org/2001/XMLSchema" xmlns:xs="http://www.w3.org/2001/XMLSchema" xmlns:p="http://schemas.microsoft.com/office/2006/metadata/properties" xmlns:ns2="25f43890-8f97-4037-b6ca-5734ee50196d" xmlns:ns3="7de64167-ec1d-41c3-9c60-bdac5dd5df14" targetNamespace="http://schemas.microsoft.com/office/2006/metadata/properties" ma:root="true" ma:fieldsID="607d6bf6d8f5d26c8c8fd76553af5be9" ns2:_="" ns3:_="">
    <xsd:import namespace="25f43890-8f97-4037-b6ca-5734ee50196d"/>
    <xsd:import namespace="7de64167-ec1d-41c3-9c60-bdac5dd5df14"/>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_Flow_SignoffStatus" minOccurs="0"/>
                <xsd:element ref="ns3:MediaServiceGenerationTime" minOccurs="0"/>
                <xsd:element ref="ns3:MediaServiceEventHashCode"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f43890-8f97-4037-b6ca-5734ee50196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de64167-ec1d-41c3-9c60-bdac5dd5df14"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_Flow_SignoffStatus" ma:index="16" nillable="true" ma:displayName="Sign-off status" ma:internalName="Sign_x002d_off_x0020_status">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Flow_SignoffStatus xmlns="7de64167-ec1d-41c3-9c60-bdac5dd5df14" xsi:nil="true"/>
  </documentManagement>
</p:properties>
</file>

<file path=customXml/itemProps1.xml><?xml version="1.0" encoding="utf-8"?>
<ds:datastoreItem xmlns:ds="http://schemas.openxmlformats.org/officeDocument/2006/customXml" ds:itemID="{5E961F95-0908-4D05-9368-3E60360683B0}"/>
</file>

<file path=customXml/itemProps2.xml><?xml version="1.0" encoding="utf-8"?>
<ds:datastoreItem xmlns:ds="http://schemas.openxmlformats.org/officeDocument/2006/customXml" ds:itemID="{3D42080A-1314-4E9C-8A12-18F2C5FB5A0E}"/>
</file>

<file path=customXml/itemProps3.xml><?xml version="1.0" encoding="utf-8"?>
<ds:datastoreItem xmlns:ds="http://schemas.openxmlformats.org/officeDocument/2006/customXml" ds:itemID="{DD11E7B3-DC70-478C-AC05-027978B85F67}"/>
</file>

<file path=docProps/app.xml><?xml version="1.0" encoding="utf-8"?>
<Properties xmlns="http://schemas.openxmlformats.org/officeDocument/2006/extended-properties" xmlns:vt="http://schemas.openxmlformats.org/officeDocument/2006/docPropsVTypes">
  <TotalTime>2488</TotalTime>
  <Words>348</Words>
  <Application>Microsoft Office PowerPoint</Application>
  <PresentationFormat>Widescreen</PresentationFormat>
  <Paragraphs>30</Paragraphs>
  <Slides>4</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Adelle Sans</vt:lpstr>
      <vt:lpstr>Arial</vt:lpstr>
      <vt:lpstr>Calibri</vt:lpstr>
      <vt:lpstr>Courier New</vt:lpstr>
      <vt:lpstr>Proxima Nova</vt:lpstr>
      <vt:lpstr>Proxima Nova Semibold</vt:lpstr>
      <vt:lpstr>2019 Presentation Dark Theme</vt:lpstr>
      <vt:lpstr>What is Data Acquisition?</vt:lpstr>
      <vt:lpstr>What are the two categories of data acquisition?</vt:lpstr>
      <vt:lpstr>What about Duplicating the Data (Imaging)?</vt:lpstr>
      <vt:lpstr>What about Verifying Image Integrity?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 identity and access (20-25%)</dc:title>
  <dc:creator>Adam Gordon</dc:creator>
  <cp:lastModifiedBy>Adam Gordon</cp:lastModifiedBy>
  <cp:revision>113</cp:revision>
  <cp:lastPrinted>2020-04-29T19:12:33Z</cp:lastPrinted>
  <dcterms:created xsi:type="dcterms:W3CDTF">2020-04-24T18:08:50Z</dcterms:created>
  <dcterms:modified xsi:type="dcterms:W3CDTF">2020-09-14T17:17:34Z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0x0101006C1F4BBF0267C540AB0714A5A9B8B2A0</vt:lpwstr>
  </property>
</Properties>
</file>