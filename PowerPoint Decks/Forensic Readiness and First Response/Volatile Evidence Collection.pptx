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81" r:id="rId2"/>
    <p:sldId id="2889" r:id="rId3"/>
    <p:sldId id="2890" r:id="rId4"/>
    <p:sldId id="2896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BB277D-3A8B-4BB7-966F-CFC6D6498180}" type="doc">
      <dgm:prSet loTypeId="urn:microsoft.com/office/officeart/2005/8/layout/hProcess9" loCatId="process" qsTypeId="urn:microsoft.com/office/officeart/2005/8/quickstyle/3d1" qsCatId="3D" csTypeId="urn:microsoft.com/office/officeart/2005/8/colors/accent0_3" csCatId="mainScheme" phldr="1"/>
      <dgm:spPr/>
    </dgm:pt>
    <dgm:pt modelId="{8A0ACCD9-47AF-4E17-9610-0FB5EC8F48C2}">
      <dgm:prSet phldrT="[Text]"/>
      <dgm:spPr/>
      <dgm:t>
        <a:bodyPr/>
        <a:lstStyle/>
        <a:p>
          <a:r>
            <a:rPr lang="en-US" b="1" dirty="0"/>
            <a:t>Registers and cache</a:t>
          </a:r>
        </a:p>
      </dgm:t>
    </dgm:pt>
    <dgm:pt modelId="{149308F1-7685-4AF9-8F96-D05585E8EE74}" type="parTrans" cxnId="{548ADB9E-9728-4DAF-8695-9DE2E88A9666}">
      <dgm:prSet/>
      <dgm:spPr/>
      <dgm:t>
        <a:bodyPr/>
        <a:lstStyle/>
        <a:p>
          <a:endParaRPr lang="en-US"/>
        </a:p>
      </dgm:t>
    </dgm:pt>
    <dgm:pt modelId="{0FC87D4B-D413-4287-8DD2-D084E177CCEE}" type="sibTrans" cxnId="{548ADB9E-9728-4DAF-8695-9DE2E88A9666}">
      <dgm:prSet/>
      <dgm:spPr/>
      <dgm:t>
        <a:bodyPr/>
        <a:lstStyle/>
        <a:p>
          <a:endParaRPr lang="en-US"/>
        </a:p>
      </dgm:t>
    </dgm:pt>
    <dgm:pt modelId="{E3A7DE87-32A5-4425-85E5-A10032612D52}">
      <dgm:prSet phldrT="[Text]"/>
      <dgm:spPr/>
      <dgm:t>
        <a:bodyPr/>
        <a:lstStyle/>
        <a:p>
          <a:r>
            <a:rPr lang="en-US" b="1" dirty="0"/>
            <a:t>Routing table, process table, kernel statistics, and memory</a:t>
          </a:r>
        </a:p>
      </dgm:t>
    </dgm:pt>
    <dgm:pt modelId="{3A7FFBB7-B609-4739-A76D-53DF0B60B176}" type="parTrans" cxnId="{3AB495BB-A219-4507-801E-13CCC76F3E05}">
      <dgm:prSet/>
      <dgm:spPr/>
      <dgm:t>
        <a:bodyPr/>
        <a:lstStyle/>
        <a:p>
          <a:endParaRPr lang="en-US"/>
        </a:p>
      </dgm:t>
    </dgm:pt>
    <dgm:pt modelId="{60F16E5C-7DE2-4B90-91B5-824694C384A3}" type="sibTrans" cxnId="{3AB495BB-A219-4507-801E-13CCC76F3E05}">
      <dgm:prSet/>
      <dgm:spPr/>
      <dgm:t>
        <a:bodyPr/>
        <a:lstStyle/>
        <a:p>
          <a:endParaRPr lang="en-US"/>
        </a:p>
      </dgm:t>
    </dgm:pt>
    <dgm:pt modelId="{4E630F04-BFA8-48B4-BD36-42D4E126B969}">
      <dgm:prSet phldrT="[Text]"/>
      <dgm:spPr/>
      <dgm:t>
        <a:bodyPr/>
        <a:lstStyle/>
        <a:p>
          <a:r>
            <a:rPr lang="en-US" b="1" dirty="0"/>
            <a:t>Disk or other storage media</a:t>
          </a:r>
        </a:p>
      </dgm:t>
    </dgm:pt>
    <dgm:pt modelId="{21888DC5-86D4-4998-AF50-674A7088E700}" type="parTrans" cxnId="{58C0D073-4ECC-4E4B-BE1C-3A7E15BA23FC}">
      <dgm:prSet/>
      <dgm:spPr/>
      <dgm:t>
        <a:bodyPr/>
        <a:lstStyle/>
        <a:p>
          <a:endParaRPr lang="en-US"/>
        </a:p>
      </dgm:t>
    </dgm:pt>
    <dgm:pt modelId="{1183F5EE-FEDB-41B1-BA1C-6F06E89EB0DE}" type="sibTrans" cxnId="{58C0D073-4ECC-4E4B-BE1C-3A7E15BA23FC}">
      <dgm:prSet/>
      <dgm:spPr/>
      <dgm:t>
        <a:bodyPr/>
        <a:lstStyle/>
        <a:p>
          <a:endParaRPr lang="en-US"/>
        </a:p>
      </dgm:t>
    </dgm:pt>
    <dgm:pt modelId="{06B9F265-34B1-43EC-8350-162CDFABA672}">
      <dgm:prSet phldrT="[Text]"/>
      <dgm:spPr/>
      <dgm:t>
        <a:bodyPr/>
        <a:lstStyle/>
        <a:p>
          <a:r>
            <a:rPr lang="en-US" b="1" dirty="0"/>
            <a:t>Temporary file systems</a:t>
          </a:r>
        </a:p>
      </dgm:t>
    </dgm:pt>
    <dgm:pt modelId="{4E68675A-5848-4D7F-A265-501E47A95E20}" type="parTrans" cxnId="{8B31B247-160A-42CB-B995-B7F311A79D37}">
      <dgm:prSet/>
      <dgm:spPr/>
      <dgm:t>
        <a:bodyPr/>
        <a:lstStyle/>
        <a:p>
          <a:endParaRPr lang="en-US"/>
        </a:p>
      </dgm:t>
    </dgm:pt>
    <dgm:pt modelId="{FD58F3AB-F42A-4A98-9129-D131824E1F76}" type="sibTrans" cxnId="{8B31B247-160A-42CB-B995-B7F311A79D37}">
      <dgm:prSet/>
      <dgm:spPr/>
      <dgm:t>
        <a:bodyPr/>
        <a:lstStyle/>
        <a:p>
          <a:endParaRPr lang="en-US"/>
        </a:p>
      </dgm:t>
    </dgm:pt>
    <dgm:pt modelId="{8EA28E2B-6B16-409A-B526-591426777937}">
      <dgm:prSet phldrT="[Text]"/>
      <dgm:spPr/>
      <dgm:t>
        <a:bodyPr/>
        <a:lstStyle/>
        <a:p>
          <a:r>
            <a:rPr lang="en-US" b="1" dirty="0"/>
            <a:t>Remote logging and monitoring data related to the target system</a:t>
          </a:r>
        </a:p>
      </dgm:t>
    </dgm:pt>
    <dgm:pt modelId="{47125654-E73B-4648-B133-BD1E82A1F574}" type="parTrans" cxnId="{44F16685-9FBF-4B67-A44E-79BB03EE1F31}">
      <dgm:prSet/>
      <dgm:spPr/>
      <dgm:t>
        <a:bodyPr/>
        <a:lstStyle/>
        <a:p>
          <a:endParaRPr lang="en-US"/>
        </a:p>
      </dgm:t>
    </dgm:pt>
    <dgm:pt modelId="{4D5A3898-34A9-4BAD-8446-70D1DF1CC309}" type="sibTrans" cxnId="{44F16685-9FBF-4B67-A44E-79BB03EE1F31}">
      <dgm:prSet/>
      <dgm:spPr/>
      <dgm:t>
        <a:bodyPr/>
        <a:lstStyle/>
        <a:p>
          <a:endParaRPr lang="en-US"/>
        </a:p>
      </dgm:t>
    </dgm:pt>
    <dgm:pt modelId="{4D549163-4503-42D5-88DD-ED036BBD6B7D}">
      <dgm:prSet phldrT="[Text]"/>
      <dgm:spPr/>
      <dgm:t>
        <a:bodyPr/>
        <a:lstStyle/>
        <a:p>
          <a:r>
            <a:rPr lang="en-US" b="1" dirty="0"/>
            <a:t>Physical configuration and network topology</a:t>
          </a:r>
        </a:p>
      </dgm:t>
    </dgm:pt>
    <dgm:pt modelId="{C497DAE7-8DD6-4B2A-BAD5-AD6BBAFDD7C5}" type="parTrans" cxnId="{58F45F01-5F7B-468B-9244-FA78FDCE5D9D}">
      <dgm:prSet/>
      <dgm:spPr/>
      <dgm:t>
        <a:bodyPr/>
        <a:lstStyle/>
        <a:p>
          <a:endParaRPr lang="en-US"/>
        </a:p>
      </dgm:t>
    </dgm:pt>
    <dgm:pt modelId="{B35DE7FD-1786-4429-8CBD-A2AB9D4EB44E}" type="sibTrans" cxnId="{58F45F01-5F7B-468B-9244-FA78FDCE5D9D}">
      <dgm:prSet/>
      <dgm:spPr/>
      <dgm:t>
        <a:bodyPr/>
        <a:lstStyle/>
        <a:p>
          <a:endParaRPr lang="en-US"/>
        </a:p>
      </dgm:t>
    </dgm:pt>
    <dgm:pt modelId="{D5A147FC-3050-4905-965A-ACB98BA6B967}">
      <dgm:prSet phldrT="[Text]"/>
      <dgm:spPr/>
      <dgm:t>
        <a:bodyPr/>
        <a:lstStyle/>
        <a:p>
          <a:r>
            <a:rPr lang="en-US" b="1" dirty="0"/>
            <a:t>Archival media</a:t>
          </a:r>
        </a:p>
      </dgm:t>
    </dgm:pt>
    <dgm:pt modelId="{893493FC-75CA-4384-B68E-CB576D31D95D}" type="parTrans" cxnId="{BBF03399-EE77-4684-9ED7-9B4733C90C44}">
      <dgm:prSet/>
      <dgm:spPr/>
      <dgm:t>
        <a:bodyPr/>
        <a:lstStyle/>
        <a:p>
          <a:endParaRPr lang="en-US"/>
        </a:p>
      </dgm:t>
    </dgm:pt>
    <dgm:pt modelId="{7BCFF359-2AA0-4A21-B351-035225C62277}" type="sibTrans" cxnId="{BBF03399-EE77-4684-9ED7-9B4733C90C44}">
      <dgm:prSet/>
      <dgm:spPr/>
      <dgm:t>
        <a:bodyPr/>
        <a:lstStyle/>
        <a:p>
          <a:endParaRPr lang="en-US"/>
        </a:p>
      </dgm:t>
    </dgm:pt>
    <dgm:pt modelId="{25327891-D0B3-4847-989D-2D13927A55E1}" type="pres">
      <dgm:prSet presAssocID="{82BB277D-3A8B-4BB7-966F-CFC6D6498180}" presName="CompostProcess" presStyleCnt="0">
        <dgm:presLayoutVars>
          <dgm:dir/>
          <dgm:resizeHandles val="exact"/>
        </dgm:presLayoutVars>
      </dgm:prSet>
      <dgm:spPr/>
    </dgm:pt>
    <dgm:pt modelId="{693F7D7E-8ADF-494B-B764-691E3B2EDB3B}" type="pres">
      <dgm:prSet presAssocID="{82BB277D-3A8B-4BB7-966F-CFC6D6498180}" presName="arrow" presStyleLbl="bgShp" presStyleIdx="0" presStyleCnt="1"/>
      <dgm:spPr/>
    </dgm:pt>
    <dgm:pt modelId="{4E1EDBB8-06A6-4C04-9CE0-877DC363A0D8}" type="pres">
      <dgm:prSet presAssocID="{82BB277D-3A8B-4BB7-966F-CFC6D6498180}" presName="linearProcess" presStyleCnt="0"/>
      <dgm:spPr/>
    </dgm:pt>
    <dgm:pt modelId="{A6EDF918-C8ED-4692-8C31-0611D1D6B737}" type="pres">
      <dgm:prSet presAssocID="{8A0ACCD9-47AF-4E17-9610-0FB5EC8F48C2}" presName="textNode" presStyleLbl="node1" presStyleIdx="0" presStyleCnt="7">
        <dgm:presLayoutVars>
          <dgm:bulletEnabled val="1"/>
        </dgm:presLayoutVars>
      </dgm:prSet>
      <dgm:spPr/>
    </dgm:pt>
    <dgm:pt modelId="{3894A7EA-710F-4532-84E7-C53B332537E8}" type="pres">
      <dgm:prSet presAssocID="{0FC87D4B-D413-4287-8DD2-D084E177CCEE}" presName="sibTrans" presStyleCnt="0"/>
      <dgm:spPr/>
    </dgm:pt>
    <dgm:pt modelId="{80F93FBF-F6DB-42F5-83D9-CF97153D3F6D}" type="pres">
      <dgm:prSet presAssocID="{E3A7DE87-32A5-4425-85E5-A10032612D52}" presName="textNode" presStyleLbl="node1" presStyleIdx="1" presStyleCnt="7">
        <dgm:presLayoutVars>
          <dgm:bulletEnabled val="1"/>
        </dgm:presLayoutVars>
      </dgm:prSet>
      <dgm:spPr/>
    </dgm:pt>
    <dgm:pt modelId="{C0B0A59D-F9A5-43C2-9627-A443A1D2755C}" type="pres">
      <dgm:prSet presAssocID="{60F16E5C-7DE2-4B90-91B5-824694C384A3}" presName="sibTrans" presStyleCnt="0"/>
      <dgm:spPr/>
    </dgm:pt>
    <dgm:pt modelId="{AA9FE31B-9082-4C6C-8E98-5625C329E092}" type="pres">
      <dgm:prSet presAssocID="{06B9F265-34B1-43EC-8350-162CDFABA672}" presName="textNode" presStyleLbl="node1" presStyleIdx="2" presStyleCnt="7">
        <dgm:presLayoutVars>
          <dgm:bulletEnabled val="1"/>
        </dgm:presLayoutVars>
      </dgm:prSet>
      <dgm:spPr/>
    </dgm:pt>
    <dgm:pt modelId="{F1587B55-DD14-4737-B487-805891877DD7}" type="pres">
      <dgm:prSet presAssocID="{FD58F3AB-F42A-4A98-9129-D131824E1F76}" presName="sibTrans" presStyleCnt="0"/>
      <dgm:spPr/>
    </dgm:pt>
    <dgm:pt modelId="{7D9AE18F-3E67-4218-BC8E-0C13AE5D4C46}" type="pres">
      <dgm:prSet presAssocID="{4E630F04-BFA8-48B4-BD36-42D4E126B969}" presName="textNode" presStyleLbl="node1" presStyleIdx="3" presStyleCnt="7">
        <dgm:presLayoutVars>
          <dgm:bulletEnabled val="1"/>
        </dgm:presLayoutVars>
      </dgm:prSet>
      <dgm:spPr/>
    </dgm:pt>
    <dgm:pt modelId="{D9178004-9EAA-4350-904F-42A648402180}" type="pres">
      <dgm:prSet presAssocID="{1183F5EE-FEDB-41B1-BA1C-6F06E89EB0DE}" presName="sibTrans" presStyleCnt="0"/>
      <dgm:spPr/>
    </dgm:pt>
    <dgm:pt modelId="{76DD2B4F-DC0B-4BE0-AE09-5BFDEA9544AA}" type="pres">
      <dgm:prSet presAssocID="{8EA28E2B-6B16-409A-B526-591426777937}" presName="textNode" presStyleLbl="node1" presStyleIdx="4" presStyleCnt="7">
        <dgm:presLayoutVars>
          <dgm:bulletEnabled val="1"/>
        </dgm:presLayoutVars>
      </dgm:prSet>
      <dgm:spPr/>
    </dgm:pt>
    <dgm:pt modelId="{1822734E-80DA-4D52-84E8-F3402EE32448}" type="pres">
      <dgm:prSet presAssocID="{4D5A3898-34A9-4BAD-8446-70D1DF1CC309}" presName="sibTrans" presStyleCnt="0"/>
      <dgm:spPr/>
    </dgm:pt>
    <dgm:pt modelId="{2318B86B-56AD-4894-ADD9-7E40E9FADCC5}" type="pres">
      <dgm:prSet presAssocID="{4D549163-4503-42D5-88DD-ED036BBD6B7D}" presName="textNode" presStyleLbl="node1" presStyleIdx="5" presStyleCnt="7">
        <dgm:presLayoutVars>
          <dgm:bulletEnabled val="1"/>
        </dgm:presLayoutVars>
      </dgm:prSet>
      <dgm:spPr/>
    </dgm:pt>
    <dgm:pt modelId="{20340CA2-EAF6-4001-BBBF-C36CAD63B526}" type="pres">
      <dgm:prSet presAssocID="{B35DE7FD-1786-4429-8CBD-A2AB9D4EB44E}" presName="sibTrans" presStyleCnt="0"/>
      <dgm:spPr/>
    </dgm:pt>
    <dgm:pt modelId="{E3DD25D9-C8CC-4098-86AF-CE58830AA735}" type="pres">
      <dgm:prSet presAssocID="{D5A147FC-3050-4905-965A-ACB98BA6B967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58F45F01-5F7B-468B-9244-FA78FDCE5D9D}" srcId="{82BB277D-3A8B-4BB7-966F-CFC6D6498180}" destId="{4D549163-4503-42D5-88DD-ED036BBD6B7D}" srcOrd="5" destOrd="0" parTransId="{C497DAE7-8DD6-4B2A-BAD5-AD6BBAFDD7C5}" sibTransId="{B35DE7FD-1786-4429-8CBD-A2AB9D4EB44E}"/>
    <dgm:cxn modelId="{6A9F2242-EC6A-44B5-AAB2-7F338C8D73D5}" type="presOf" srcId="{4E630F04-BFA8-48B4-BD36-42D4E126B969}" destId="{7D9AE18F-3E67-4218-BC8E-0C13AE5D4C46}" srcOrd="0" destOrd="0" presId="urn:microsoft.com/office/officeart/2005/8/layout/hProcess9"/>
    <dgm:cxn modelId="{3AB5BD64-FF30-44DB-ADCE-FD849356E66F}" type="presOf" srcId="{8A0ACCD9-47AF-4E17-9610-0FB5EC8F48C2}" destId="{A6EDF918-C8ED-4692-8C31-0611D1D6B737}" srcOrd="0" destOrd="0" presId="urn:microsoft.com/office/officeart/2005/8/layout/hProcess9"/>
    <dgm:cxn modelId="{A6C67747-5CAF-41FA-8836-87C891F96EFD}" type="presOf" srcId="{82BB277D-3A8B-4BB7-966F-CFC6D6498180}" destId="{25327891-D0B3-4847-989D-2D13927A55E1}" srcOrd="0" destOrd="0" presId="urn:microsoft.com/office/officeart/2005/8/layout/hProcess9"/>
    <dgm:cxn modelId="{8B31B247-160A-42CB-B995-B7F311A79D37}" srcId="{82BB277D-3A8B-4BB7-966F-CFC6D6498180}" destId="{06B9F265-34B1-43EC-8350-162CDFABA672}" srcOrd="2" destOrd="0" parTransId="{4E68675A-5848-4D7F-A265-501E47A95E20}" sibTransId="{FD58F3AB-F42A-4A98-9129-D131824E1F76}"/>
    <dgm:cxn modelId="{58C0D073-4ECC-4E4B-BE1C-3A7E15BA23FC}" srcId="{82BB277D-3A8B-4BB7-966F-CFC6D6498180}" destId="{4E630F04-BFA8-48B4-BD36-42D4E126B969}" srcOrd="3" destOrd="0" parTransId="{21888DC5-86D4-4998-AF50-674A7088E700}" sibTransId="{1183F5EE-FEDB-41B1-BA1C-6F06E89EB0DE}"/>
    <dgm:cxn modelId="{44F16685-9FBF-4B67-A44E-79BB03EE1F31}" srcId="{82BB277D-3A8B-4BB7-966F-CFC6D6498180}" destId="{8EA28E2B-6B16-409A-B526-591426777937}" srcOrd="4" destOrd="0" parTransId="{47125654-E73B-4648-B133-BD1E82A1F574}" sibTransId="{4D5A3898-34A9-4BAD-8446-70D1DF1CC309}"/>
    <dgm:cxn modelId="{D1D2EB96-F293-4181-A38F-1812025CFCE8}" type="presOf" srcId="{8EA28E2B-6B16-409A-B526-591426777937}" destId="{76DD2B4F-DC0B-4BE0-AE09-5BFDEA9544AA}" srcOrd="0" destOrd="0" presId="urn:microsoft.com/office/officeart/2005/8/layout/hProcess9"/>
    <dgm:cxn modelId="{BBF03399-EE77-4684-9ED7-9B4733C90C44}" srcId="{82BB277D-3A8B-4BB7-966F-CFC6D6498180}" destId="{D5A147FC-3050-4905-965A-ACB98BA6B967}" srcOrd="6" destOrd="0" parTransId="{893493FC-75CA-4384-B68E-CB576D31D95D}" sibTransId="{7BCFF359-2AA0-4A21-B351-035225C62277}"/>
    <dgm:cxn modelId="{548ADB9E-9728-4DAF-8695-9DE2E88A9666}" srcId="{82BB277D-3A8B-4BB7-966F-CFC6D6498180}" destId="{8A0ACCD9-47AF-4E17-9610-0FB5EC8F48C2}" srcOrd="0" destOrd="0" parTransId="{149308F1-7685-4AF9-8F96-D05585E8EE74}" sibTransId="{0FC87D4B-D413-4287-8DD2-D084E177CCEE}"/>
    <dgm:cxn modelId="{B98325AF-89C9-481C-A56C-EB99F2CAE1E3}" type="presOf" srcId="{E3A7DE87-32A5-4425-85E5-A10032612D52}" destId="{80F93FBF-F6DB-42F5-83D9-CF97153D3F6D}" srcOrd="0" destOrd="0" presId="urn:microsoft.com/office/officeart/2005/8/layout/hProcess9"/>
    <dgm:cxn modelId="{3AB495BB-A219-4507-801E-13CCC76F3E05}" srcId="{82BB277D-3A8B-4BB7-966F-CFC6D6498180}" destId="{E3A7DE87-32A5-4425-85E5-A10032612D52}" srcOrd="1" destOrd="0" parTransId="{3A7FFBB7-B609-4739-A76D-53DF0B60B176}" sibTransId="{60F16E5C-7DE2-4B90-91B5-824694C384A3}"/>
    <dgm:cxn modelId="{F52BDFEA-6F0B-43C6-9179-1E0A0F277CC7}" type="presOf" srcId="{4D549163-4503-42D5-88DD-ED036BBD6B7D}" destId="{2318B86B-56AD-4894-ADD9-7E40E9FADCC5}" srcOrd="0" destOrd="0" presId="urn:microsoft.com/office/officeart/2005/8/layout/hProcess9"/>
    <dgm:cxn modelId="{0BDAF2F0-47C0-4479-AF45-0367C3A55763}" type="presOf" srcId="{06B9F265-34B1-43EC-8350-162CDFABA672}" destId="{AA9FE31B-9082-4C6C-8E98-5625C329E092}" srcOrd="0" destOrd="0" presId="urn:microsoft.com/office/officeart/2005/8/layout/hProcess9"/>
    <dgm:cxn modelId="{B4890BF5-5759-4500-8546-1FC4DF2631D5}" type="presOf" srcId="{D5A147FC-3050-4905-965A-ACB98BA6B967}" destId="{E3DD25D9-C8CC-4098-86AF-CE58830AA735}" srcOrd="0" destOrd="0" presId="urn:microsoft.com/office/officeart/2005/8/layout/hProcess9"/>
    <dgm:cxn modelId="{87DE9157-5347-4AB5-9C5A-00E09F1F610F}" type="presParOf" srcId="{25327891-D0B3-4847-989D-2D13927A55E1}" destId="{693F7D7E-8ADF-494B-B764-691E3B2EDB3B}" srcOrd="0" destOrd="0" presId="urn:microsoft.com/office/officeart/2005/8/layout/hProcess9"/>
    <dgm:cxn modelId="{A04222DB-F6F6-49CC-BB66-5A3E206FDB64}" type="presParOf" srcId="{25327891-D0B3-4847-989D-2D13927A55E1}" destId="{4E1EDBB8-06A6-4C04-9CE0-877DC363A0D8}" srcOrd="1" destOrd="0" presId="urn:microsoft.com/office/officeart/2005/8/layout/hProcess9"/>
    <dgm:cxn modelId="{7121D98F-8485-4914-99D1-E47AF41BD338}" type="presParOf" srcId="{4E1EDBB8-06A6-4C04-9CE0-877DC363A0D8}" destId="{A6EDF918-C8ED-4692-8C31-0611D1D6B737}" srcOrd="0" destOrd="0" presId="urn:microsoft.com/office/officeart/2005/8/layout/hProcess9"/>
    <dgm:cxn modelId="{BC60D991-4057-454D-9217-B3188823A32B}" type="presParOf" srcId="{4E1EDBB8-06A6-4C04-9CE0-877DC363A0D8}" destId="{3894A7EA-710F-4532-84E7-C53B332537E8}" srcOrd="1" destOrd="0" presId="urn:microsoft.com/office/officeart/2005/8/layout/hProcess9"/>
    <dgm:cxn modelId="{4CA9296C-EA46-4948-BBBE-1D4E0B115A3E}" type="presParOf" srcId="{4E1EDBB8-06A6-4C04-9CE0-877DC363A0D8}" destId="{80F93FBF-F6DB-42F5-83D9-CF97153D3F6D}" srcOrd="2" destOrd="0" presId="urn:microsoft.com/office/officeart/2005/8/layout/hProcess9"/>
    <dgm:cxn modelId="{CDF87083-CCC6-426B-B537-A5AF26FA445B}" type="presParOf" srcId="{4E1EDBB8-06A6-4C04-9CE0-877DC363A0D8}" destId="{C0B0A59D-F9A5-43C2-9627-A443A1D2755C}" srcOrd="3" destOrd="0" presId="urn:microsoft.com/office/officeart/2005/8/layout/hProcess9"/>
    <dgm:cxn modelId="{EB378A4F-BDB0-42CC-8280-A198F24BE977}" type="presParOf" srcId="{4E1EDBB8-06A6-4C04-9CE0-877DC363A0D8}" destId="{AA9FE31B-9082-4C6C-8E98-5625C329E092}" srcOrd="4" destOrd="0" presId="urn:microsoft.com/office/officeart/2005/8/layout/hProcess9"/>
    <dgm:cxn modelId="{F05A83CB-EC12-452E-8E61-F4D29054CB74}" type="presParOf" srcId="{4E1EDBB8-06A6-4C04-9CE0-877DC363A0D8}" destId="{F1587B55-DD14-4737-B487-805891877DD7}" srcOrd="5" destOrd="0" presId="urn:microsoft.com/office/officeart/2005/8/layout/hProcess9"/>
    <dgm:cxn modelId="{BE88FDED-5AA0-4053-92CB-1AF1B9375119}" type="presParOf" srcId="{4E1EDBB8-06A6-4C04-9CE0-877DC363A0D8}" destId="{7D9AE18F-3E67-4218-BC8E-0C13AE5D4C46}" srcOrd="6" destOrd="0" presId="urn:microsoft.com/office/officeart/2005/8/layout/hProcess9"/>
    <dgm:cxn modelId="{C93F1E82-0B23-4AD2-8550-24E584F79EA1}" type="presParOf" srcId="{4E1EDBB8-06A6-4C04-9CE0-877DC363A0D8}" destId="{D9178004-9EAA-4350-904F-42A648402180}" srcOrd="7" destOrd="0" presId="urn:microsoft.com/office/officeart/2005/8/layout/hProcess9"/>
    <dgm:cxn modelId="{1491BC97-D488-4EF8-830F-27437D0DEBA7}" type="presParOf" srcId="{4E1EDBB8-06A6-4C04-9CE0-877DC363A0D8}" destId="{76DD2B4F-DC0B-4BE0-AE09-5BFDEA9544AA}" srcOrd="8" destOrd="0" presId="urn:microsoft.com/office/officeart/2005/8/layout/hProcess9"/>
    <dgm:cxn modelId="{86F040B9-75C6-4920-BC13-15B3A4929A12}" type="presParOf" srcId="{4E1EDBB8-06A6-4C04-9CE0-877DC363A0D8}" destId="{1822734E-80DA-4D52-84E8-F3402EE32448}" srcOrd="9" destOrd="0" presId="urn:microsoft.com/office/officeart/2005/8/layout/hProcess9"/>
    <dgm:cxn modelId="{ECB4538E-92A6-422D-AABF-611BC1452FA2}" type="presParOf" srcId="{4E1EDBB8-06A6-4C04-9CE0-877DC363A0D8}" destId="{2318B86B-56AD-4894-ADD9-7E40E9FADCC5}" srcOrd="10" destOrd="0" presId="urn:microsoft.com/office/officeart/2005/8/layout/hProcess9"/>
    <dgm:cxn modelId="{F2BF75B3-9545-42CA-8CC2-20917AE377CF}" type="presParOf" srcId="{4E1EDBB8-06A6-4C04-9CE0-877DC363A0D8}" destId="{20340CA2-EAF6-4001-BBBF-C36CAD63B526}" srcOrd="11" destOrd="0" presId="urn:microsoft.com/office/officeart/2005/8/layout/hProcess9"/>
    <dgm:cxn modelId="{A80917E2-7381-49DA-9DB6-D0D26EE53B6B}" type="presParOf" srcId="{4E1EDBB8-06A6-4C04-9CE0-877DC363A0D8}" destId="{E3DD25D9-C8CC-4098-86AF-CE58830AA735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F7D7E-8ADF-494B-B764-691E3B2EDB3B}">
      <dsp:nvSpPr>
        <dsp:cNvPr id="0" name=""/>
        <dsp:cNvSpPr/>
      </dsp:nvSpPr>
      <dsp:spPr>
        <a:xfrm>
          <a:off x="838199" y="0"/>
          <a:ext cx="9499600" cy="4687888"/>
        </a:xfrm>
        <a:prstGeom prst="rightArrow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A6EDF918-C8ED-4692-8C31-0611D1D6B737}">
      <dsp:nvSpPr>
        <dsp:cNvPr id="0" name=""/>
        <dsp:cNvSpPr/>
      </dsp:nvSpPr>
      <dsp:spPr>
        <a:xfrm>
          <a:off x="954" y="1406366"/>
          <a:ext cx="1530697" cy="187515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Registers and cache</a:t>
          </a:r>
        </a:p>
      </dsp:txBody>
      <dsp:txXfrm>
        <a:off x="75676" y="1481088"/>
        <a:ext cx="1381253" cy="1725711"/>
      </dsp:txXfrm>
    </dsp:sp>
    <dsp:sp modelId="{80F93FBF-F6DB-42F5-83D9-CF97153D3F6D}">
      <dsp:nvSpPr>
        <dsp:cNvPr id="0" name=""/>
        <dsp:cNvSpPr/>
      </dsp:nvSpPr>
      <dsp:spPr>
        <a:xfrm>
          <a:off x="1608187" y="1406366"/>
          <a:ext cx="1530697" cy="187515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Routing table, process table, kernel statistics, and memory</a:t>
          </a:r>
        </a:p>
      </dsp:txBody>
      <dsp:txXfrm>
        <a:off x="1682909" y="1481088"/>
        <a:ext cx="1381253" cy="1725711"/>
      </dsp:txXfrm>
    </dsp:sp>
    <dsp:sp modelId="{AA9FE31B-9082-4C6C-8E98-5625C329E092}">
      <dsp:nvSpPr>
        <dsp:cNvPr id="0" name=""/>
        <dsp:cNvSpPr/>
      </dsp:nvSpPr>
      <dsp:spPr>
        <a:xfrm>
          <a:off x="3215419" y="1406366"/>
          <a:ext cx="1530697" cy="187515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Temporary file systems</a:t>
          </a:r>
        </a:p>
      </dsp:txBody>
      <dsp:txXfrm>
        <a:off x="3290141" y="1481088"/>
        <a:ext cx="1381253" cy="1725711"/>
      </dsp:txXfrm>
    </dsp:sp>
    <dsp:sp modelId="{7D9AE18F-3E67-4218-BC8E-0C13AE5D4C46}">
      <dsp:nvSpPr>
        <dsp:cNvPr id="0" name=""/>
        <dsp:cNvSpPr/>
      </dsp:nvSpPr>
      <dsp:spPr>
        <a:xfrm>
          <a:off x="4822651" y="1406366"/>
          <a:ext cx="1530697" cy="187515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Disk or other storage media</a:t>
          </a:r>
        </a:p>
      </dsp:txBody>
      <dsp:txXfrm>
        <a:off x="4897373" y="1481088"/>
        <a:ext cx="1381253" cy="1725711"/>
      </dsp:txXfrm>
    </dsp:sp>
    <dsp:sp modelId="{76DD2B4F-DC0B-4BE0-AE09-5BFDEA9544AA}">
      <dsp:nvSpPr>
        <dsp:cNvPr id="0" name=""/>
        <dsp:cNvSpPr/>
      </dsp:nvSpPr>
      <dsp:spPr>
        <a:xfrm>
          <a:off x="6429883" y="1406366"/>
          <a:ext cx="1530697" cy="187515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Remote logging and monitoring data related to the target system</a:t>
          </a:r>
        </a:p>
      </dsp:txBody>
      <dsp:txXfrm>
        <a:off x="6504605" y="1481088"/>
        <a:ext cx="1381253" cy="1725711"/>
      </dsp:txXfrm>
    </dsp:sp>
    <dsp:sp modelId="{2318B86B-56AD-4894-ADD9-7E40E9FADCC5}">
      <dsp:nvSpPr>
        <dsp:cNvPr id="0" name=""/>
        <dsp:cNvSpPr/>
      </dsp:nvSpPr>
      <dsp:spPr>
        <a:xfrm>
          <a:off x="8037115" y="1406366"/>
          <a:ext cx="1530697" cy="187515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Physical configuration and network topology</a:t>
          </a:r>
        </a:p>
      </dsp:txBody>
      <dsp:txXfrm>
        <a:off x="8111837" y="1481088"/>
        <a:ext cx="1381253" cy="1725711"/>
      </dsp:txXfrm>
    </dsp:sp>
    <dsp:sp modelId="{E3DD25D9-C8CC-4098-86AF-CE58830AA735}">
      <dsp:nvSpPr>
        <dsp:cNvPr id="0" name=""/>
        <dsp:cNvSpPr/>
      </dsp:nvSpPr>
      <dsp:spPr>
        <a:xfrm>
          <a:off x="9644347" y="1406366"/>
          <a:ext cx="1530697" cy="1875155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Archival media</a:t>
          </a:r>
        </a:p>
      </dsp:txBody>
      <dsp:txXfrm>
        <a:off x="9719069" y="1481088"/>
        <a:ext cx="1381253" cy="1725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087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377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4970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3ED2A96C-B857-4319-96DD-A111223D2E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05130"/>
              </p:ext>
            </p:extLst>
          </p:nvPr>
        </p:nvGraphicFramePr>
        <p:xfrm>
          <a:off x="506413" y="1162050"/>
          <a:ext cx="11176000" cy="4687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Order of Volatility?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200" dirty="0"/>
              <a:t>Step 1: Incident Response Preparation</a:t>
            </a:r>
          </a:p>
          <a:p>
            <a:r>
              <a:rPr lang="en-US" sz="3200" dirty="0"/>
              <a:t>Step 2: Incident Documentation</a:t>
            </a:r>
          </a:p>
          <a:p>
            <a:r>
              <a:rPr lang="en-US" sz="3200" dirty="0"/>
              <a:t>Step 3: Policy Verification</a:t>
            </a:r>
          </a:p>
          <a:p>
            <a:r>
              <a:rPr lang="en-US" sz="3200" dirty="0"/>
              <a:t>Step 4: Volatile Data Collection Strategy</a:t>
            </a:r>
          </a:p>
          <a:p>
            <a:r>
              <a:rPr lang="en-US" sz="3200" dirty="0"/>
              <a:t>Step 5: Volatile Data Collection Setup</a:t>
            </a:r>
          </a:p>
          <a:p>
            <a:r>
              <a:rPr lang="en-US" sz="3200" dirty="0"/>
              <a:t>Step 6: Volatile Data Collection Process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volatile data collection methodology?</a:t>
            </a:r>
          </a:p>
        </p:txBody>
      </p:sp>
    </p:spTree>
    <p:extLst>
      <p:ext uri="{BB962C8B-B14F-4D97-AF65-F5344CB8AC3E}">
        <p14:creationId xmlns:p14="http://schemas.microsoft.com/office/powerpoint/2010/main" val="32706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System Information</a:t>
            </a:r>
          </a:p>
          <a:p>
            <a:r>
              <a:rPr lang="en-US" sz="3400" dirty="0"/>
              <a:t>Current System Date and Time/Command History</a:t>
            </a:r>
          </a:p>
          <a:p>
            <a:r>
              <a:rPr lang="en-US" sz="3400" dirty="0"/>
              <a:t>Current System Uptime</a:t>
            </a:r>
          </a:p>
          <a:p>
            <a:r>
              <a:rPr lang="en-US" sz="3400" dirty="0"/>
              <a:t>Running Processes</a:t>
            </a:r>
          </a:p>
          <a:p>
            <a:r>
              <a:rPr lang="en-US" sz="3400" dirty="0"/>
              <a:t>Open Files, Clipboard Data, Service/Driver Information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collect Volatile Information?</a:t>
            </a:r>
          </a:p>
        </p:txBody>
      </p:sp>
    </p:spTree>
    <p:extLst>
      <p:ext uri="{BB962C8B-B14F-4D97-AF65-F5344CB8AC3E}">
        <p14:creationId xmlns:p14="http://schemas.microsoft.com/office/powerpoint/2010/main" val="25679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Logged-On Users</a:t>
            </a:r>
          </a:p>
          <a:p>
            <a:r>
              <a:rPr lang="en-US" sz="3400" dirty="0"/>
              <a:t>DLLs or Shared Libraries</a:t>
            </a:r>
          </a:p>
          <a:p>
            <a:r>
              <a:rPr lang="en-US" sz="3400" dirty="0"/>
              <a:t>Network Information</a:t>
            </a:r>
          </a:p>
          <a:p>
            <a:r>
              <a:rPr lang="en-US" sz="3400" dirty="0"/>
              <a:t>Network Connections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How do we collect Volatile Information?</a:t>
            </a:r>
          </a:p>
        </p:txBody>
      </p:sp>
    </p:spTree>
    <p:extLst>
      <p:ext uri="{BB962C8B-B14F-4D97-AF65-F5344CB8AC3E}">
        <p14:creationId xmlns:p14="http://schemas.microsoft.com/office/powerpoint/2010/main" val="250556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E44CCEEC-F5E1-48FE-874C-0DD1C5FF95B7}"/>
</file>

<file path=customXml/itemProps2.xml><?xml version="1.0" encoding="utf-8"?>
<ds:datastoreItem xmlns:ds="http://schemas.openxmlformats.org/officeDocument/2006/customXml" ds:itemID="{69EDBDE4-32C2-4EC7-BD92-DA9E81938157}"/>
</file>

<file path=customXml/itemProps3.xml><?xml version="1.0" encoding="utf-8"?>
<ds:datastoreItem xmlns:ds="http://schemas.openxmlformats.org/officeDocument/2006/customXml" ds:itemID="{CCB4DD51-EAE6-4D50-9FFB-7923F7DFB048}"/>
</file>

<file path=docProps/app.xml><?xml version="1.0" encoding="utf-8"?>
<Properties xmlns="http://schemas.openxmlformats.org/officeDocument/2006/extended-properties" xmlns:vt="http://schemas.openxmlformats.org/officeDocument/2006/docPropsVTypes">
  <TotalTime>2504</TotalTime>
  <Words>144</Words>
  <Application>Microsoft Office PowerPoint</Application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the Order of Volatility?</vt:lpstr>
      <vt:lpstr>What is the volatile data collection methodology?</vt:lpstr>
      <vt:lpstr>How do we collect Volatile Information?</vt:lpstr>
      <vt:lpstr>How do we collect Volatile Information?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118</cp:revision>
  <cp:lastPrinted>2020-04-29T19:12:33Z</cp:lastPrinted>
  <dcterms:created xsi:type="dcterms:W3CDTF">2020-04-24T18:08:50Z</dcterms:created>
  <dcterms:modified xsi:type="dcterms:W3CDTF">2020-09-16T14:42:58Z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