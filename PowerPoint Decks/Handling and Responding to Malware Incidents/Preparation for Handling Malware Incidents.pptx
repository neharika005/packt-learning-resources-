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880" r:id="rId2"/>
    <p:sldId id="2882" r:id="rId3"/>
    <p:sldId id="2881" r:id="rId4"/>
    <p:sldId id="2883" r:id="rId5"/>
    <p:sldId id="2884" r:id="rId6"/>
    <p:sldId id="2885" r:id="rId7"/>
    <p:sldId id="2886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500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66516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44950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38749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02203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2456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400" dirty="0"/>
              <a:t>Malicious software that damages or disables computer systems and gives control of the systems to the malware creator.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     Trojan Horse                                                Backdoor</a:t>
            </a:r>
          </a:p>
          <a:p>
            <a:pPr marL="0" indent="0">
              <a:buNone/>
            </a:pPr>
            <a:r>
              <a:rPr lang="en-US" sz="3400" dirty="0"/>
              <a:t>     Rootkit                                                           Ransomware</a:t>
            </a:r>
          </a:p>
          <a:p>
            <a:pPr marL="0" indent="0">
              <a:buNone/>
            </a:pPr>
            <a:r>
              <a:rPr lang="en-US" sz="3400" dirty="0"/>
              <a:t>     Adware                                                           Spyware</a:t>
            </a:r>
          </a:p>
          <a:p>
            <a:pPr marL="0" indent="0">
              <a:buNone/>
            </a:pPr>
            <a:r>
              <a:rPr lang="en-US" sz="3400" dirty="0"/>
              <a:t>     Virus                                                                Worm</a:t>
            </a:r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Malware?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 err="1"/>
              <a:t>Crypter</a:t>
            </a:r>
            <a:r>
              <a:rPr lang="en-US" sz="3400" dirty="0"/>
              <a:t> - software that encrypts the original binary code of the .exe file.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Downloader</a:t>
            </a:r>
            <a:r>
              <a:rPr lang="en-US" sz="3400" dirty="0"/>
              <a:t> - Trojan that downloads other malware from the internet onto the PC.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Dropper</a:t>
            </a:r>
            <a:r>
              <a:rPr lang="en-US" sz="3400" dirty="0"/>
              <a:t> - Trojan that installs other malware files onto the system either from a malware package or the internet.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basic components of Malware?</a:t>
            </a:r>
          </a:p>
        </p:txBody>
      </p:sp>
    </p:spTree>
    <p:extLst>
      <p:ext uri="{BB962C8B-B14F-4D97-AF65-F5344CB8AC3E}">
        <p14:creationId xmlns:p14="http://schemas.microsoft.com/office/powerpoint/2010/main" val="8407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Exploit</a:t>
            </a:r>
            <a:r>
              <a:rPr lang="en-US" sz="3400" dirty="0"/>
              <a:t> - Malicious code that breaches system security via software vulnerabilities to access information or install malware.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Injector</a:t>
            </a:r>
            <a:r>
              <a:rPr lang="en-US" sz="3400" dirty="0"/>
              <a:t> - A program that injects its code into other vulnerable running processes, altering the execution of the process in order to hide or prevent its removal.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basic components of Malware?</a:t>
            </a:r>
          </a:p>
        </p:txBody>
      </p:sp>
    </p:spTree>
    <p:extLst>
      <p:ext uri="{BB962C8B-B14F-4D97-AF65-F5344CB8AC3E}">
        <p14:creationId xmlns:p14="http://schemas.microsoft.com/office/powerpoint/2010/main" val="224665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b="1" dirty="0"/>
              <a:t>Obfuscator</a:t>
            </a:r>
            <a:r>
              <a:rPr lang="en-US" sz="3400" dirty="0"/>
              <a:t> - A program that conceals its code and intended purpose via various techniques, making it hard for security mechanisms to detect or remove it.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Packer</a:t>
            </a:r>
            <a:r>
              <a:rPr lang="en-US" sz="3400" dirty="0"/>
              <a:t> - A program that allows all files to bundle together into a single executable file via compression in order to bypass security software detection.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Payload</a:t>
            </a:r>
            <a:r>
              <a:rPr lang="en-US" sz="3400" dirty="0"/>
              <a:t> - Software that allows control over a computer system after it has been executed.</a:t>
            </a:r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basic components of Malware?</a:t>
            </a:r>
          </a:p>
        </p:txBody>
      </p:sp>
    </p:spTree>
    <p:extLst>
      <p:ext uri="{BB962C8B-B14F-4D97-AF65-F5344CB8AC3E}">
        <p14:creationId xmlns:p14="http://schemas.microsoft.com/office/powerpoint/2010/main" val="2291190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20000"/>
          </a:bodyPr>
          <a:lstStyle/>
          <a:p>
            <a:r>
              <a:rPr lang="en-US" sz="3400" dirty="0"/>
              <a:t>Always use a virtual machine or sandbox environment for handling malware that is FULLY isolated. </a:t>
            </a:r>
          </a:p>
          <a:p>
            <a:r>
              <a:rPr lang="en-US" sz="3400" dirty="0"/>
              <a:t>Use secure channels and dedicated media for the purpose of transferring malware files. </a:t>
            </a:r>
          </a:p>
          <a:p>
            <a:r>
              <a:rPr lang="en-US" sz="3400" dirty="0"/>
              <a:t>Keep malware files zipped and password protected to avoid accidental execution. </a:t>
            </a:r>
          </a:p>
          <a:p>
            <a:r>
              <a:rPr lang="en-US" sz="3400" dirty="0"/>
              <a:t>Modify the identified malware file extensions or add an invalid file extension to malware files to ensure no application is associated with it. </a:t>
            </a:r>
          </a:p>
          <a:p>
            <a:r>
              <a:rPr lang="en-US" sz="3400" dirty="0"/>
              <a:t>Store the malware files in an isolated storage facility.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steps that Incident Handlers should follow to handle Malware safely?</a:t>
            </a:r>
          </a:p>
        </p:txBody>
      </p:sp>
    </p:spTree>
    <p:extLst>
      <p:ext uri="{BB962C8B-B14F-4D97-AF65-F5344CB8AC3E}">
        <p14:creationId xmlns:p14="http://schemas.microsoft.com/office/powerpoint/2010/main" val="118710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/>
          </a:bodyPr>
          <a:lstStyle/>
          <a:p>
            <a:r>
              <a:rPr lang="en-US" sz="3400" b="1" dirty="0"/>
              <a:t>Step 1</a:t>
            </a:r>
            <a:r>
              <a:rPr lang="en-US" sz="3400" dirty="0"/>
              <a:t>: Allocate a physical system for the analysis lab</a:t>
            </a:r>
          </a:p>
          <a:p>
            <a:endParaRPr lang="en-US" sz="3400" b="1" dirty="0"/>
          </a:p>
          <a:p>
            <a:r>
              <a:rPr lang="en-US" sz="3400" b="1" dirty="0"/>
              <a:t>Step 2</a:t>
            </a:r>
            <a:r>
              <a:rPr lang="en-US" sz="3400" dirty="0"/>
              <a:t>: Create a virtual machine on the physical system</a:t>
            </a:r>
          </a:p>
          <a:p>
            <a:endParaRPr lang="en-US" sz="3400" b="1" dirty="0"/>
          </a:p>
          <a:p>
            <a:r>
              <a:rPr lang="en-US" sz="3400" b="1" dirty="0"/>
              <a:t>Step 3</a:t>
            </a:r>
            <a:r>
              <a:rPr lang="en-US" sz="3400" dirty="0"/>
              <a:t>: Install a guest OS on the virtual machine(s) </a:t>
            </a:r>
          </a:p>
          <a:p>
            <a:endParaRPr lang="en-US" sz="3400" b="1" dirty="0"/>
          </a:p>
          <a:p>
            <a:r>
              <a:rPr lang="en-US" sz="3400" b="1" dirty="0"/>
              <a:t>Step 4</a:t>
            </a:r>
            <a:r>
              <a:rPr lang="en-US" sz="3400" dirty="0"/>
              <a:t>: Isolate the system from the network by ensuring that the NIC card is in “host only” mode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steps to prepare the test system?</a:t>
            </a:r>
          </a:p>
        </p:txBody>
      </p:sp>
    </p:spTree>
    <p:extLst>
      <p:ext uri="{BB962C8B-B14F-4D97-AF65-F5344CB8AC3E}">
        <p14:creationId xmlns:p14="http://schemas.microsoft.com/office/powerpoint/2010/main" val="167802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10000"/>
          </a:bodyPr>
          <a:lstStyle/>
          <a:p>
            <a:r>
              <a:rPr lang="en-US" sz="3400" b="1" dirty="0"/>
              <a:t>Step 5</a:t>
            </a:r>
            <a:r>
              <a:rPr lang="en-US" sz="3400" dirty="0"/>
              <a:t>: Simulate internet services using tools such as </a:t>
            </a:r>
            <a:r>
              <a:rPr lang="en-US" sz="3400" dirty="0" err="1"/>
              <a:t>iNetSim</a:t>
            </a:r>
            <a:endParaRPr lang="en-US" sz="3400" dirty="0"/>
          </a:p>
          <a:p>
            <a:endParaRPr lang="en-US" sz="3400" b="1" dirty="0"/>
          </a:p>
          <a:p>
            <a:r>
              <a:rPr lang="en-US" sz="3400" b="1" dirty="0"/>
              <a:t>Step 6</a:t>
            </a:r>
            <a:r>
              <a:rPr lang="en-US" sz="3400" dirty="0"/>
              <a:t>: Disable any/all sharing capabilities for the VM</a:t>
            </a:r>
          </a:p>
          <a:p>
            <a:endParaRPr lang="en-US" sz="3400" b="1" dirty="0"/>
          </a:p>
          <a:p>
            <a:r>
              <a:rPr lang="en-US" sz="3400" b="1" dirty="0"/>
              <a:t>Step 7</a:t>
            </a:r>
            <a:r>
              <a:rPr lang="en-US" sz="3400" dirty="0"/>
              <a:t>: Install malware analysis tools </a:t>
            </a:r>
          </a:p>
          <a:p>
            <a:endParaRPr lang="en-US" sz="3400" b="1" dirty="0"/>
          </a:p>
          <a:p>
            <a:r>
              <a:rPr lang="en-US" sz="3400" b="1" dirty="0"/>
              <a:t>Step 8</a:t>
            </a:r>
            <a:r>
              <a:rPr lang="en-US" sz="3400" dirty="0"/>
              <a:t>: Generate hash value of each OS and tool</a:t>
            </a:r>
          </a:p>
          <a:p>
            <a:endParaRPr lang="en-US" sz="3400" b="1" dirty="0"/>
          </a:p>
          <a:p>
            <a:r>
              <a:rPr lang="en-US" sz="3400" b="1" dirty="0"/>
              <a:t>Step 9</a:t>
            </a:r>
            <a:r>
              <a:rPr lang="en-US" sz="3400" dirty="0"/>
              <a:t>: Copy the malware over to the guest OS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steps to prepare the test system?</a:t>
            </a:r>
          </a:p>
        </p:txBody>
      </p:sp>
    </p:spTree>
    <p:extLst>
      <p:ext uri="{BB962C8B-B14F-4D97-AF65-F5344CB8AC3E}">
        <p14:creationId xmlns:p14="http://schemas.microsoft.com/office/powerpoint/2010/main" val="321730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13E9B134-B0F3-4418-9B86-C137D0BD977D}"/>
</file>

<file path=customXml/itemProps2.xml><?xml version="1.0" encoding="utf-8"?>
<ds:datastoreItem xmlns:ds="http://schemas.openxmlformats.org/officeDocument/2006/customXml" ds:itemID="{4C1D7F4F-FDA9-4133-B0A4-25967E0B2251}"/>
</file>

<file path=customXml/itemProps3.xml><?xml version="1.0" encoding="utf-8"?>
<ds:datastoreItem xmlns:ds="http://schemas.openxmlformats.org/officeDocument/2006/customXml" ds:itemID="{81DBFEF6-0F52-4976-B4C2-B8C57DDFDB44}"/>
</file>

<file path=docProps/app.xml><?xml version="1.0" encoding="utf-8"?>
<Properties xmlns="http://schemas.openxmlformats.org/officeDocument/2006/extended-properties" xmlns:vt="http://schemas.openxmlformats.org/officeDocument/2006/docPropsVTypes">
  <TotalTime>2430</TotalTime>
  <Words>452</Words>
  <Application>Microsoft Office PowerPoint</Application>
  <PresentationFormat>Widescreen</PresentationFormat>
  <Paragraphs>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Malware?</vt:lpstr>
      <vt:lpstr>What are the basic components of Malware?</vt:lpstr>
      <vt:lpstr>What are the basic components of Malware?</vt:lpstr>
      <vt:lpstr>What are the basic components of Malware?</vt:lpstr>
      <vt:lpstr>What are the steps that Incident Handlers should follow to handle Malware safely?</vt:lpstr>
      <vt:lpstr>What are the steps to prepare the test system?</vt:lpstr>
      <vt:lpstr>What are the steps to prepare the test system?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91</cp:revision>
  <cp:lastPrinted>2020-04-29T19:12:33Z</cp:lastPrinted>
  <dcterms:created xsi:type="dcterms:W3CDTF">2020-04-24T18:08:50Z</dcterms:created>
  <dcterms:modified xsi:type="dcterms:W3CDTF">2020-09-17T13:59:31Z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