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80" r:id="rId2"/>
    <p:sldId id="2882" r:id="rId3"/>
    <p:sldId id="2883" r:id="rId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00180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Recovery steps should be based on four main elements: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Prevention</a:t>
            </a:r>
          </a:p>
          <a:p>
            <a:r>
              <a:rPr lang="en-US" sz="3400" dirty="0"/>
              <a:t>Awareness</a:t>
            </a:r>
          </a:p>
          <a:p>
            <a:r>
              <a:rPr lang="en-US" sz="3400" dirty="0"/>
              <a:t>Vulnerability mitigation</a:t>
            </a:r>
          </a:p>
          <a:p>
            <a:r>
              <a:rPr lang="en-US" sz="3400" dirty="0"/>
              <a:t>Threat mitigation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do we base Recovery activities on?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r>
              <a:rPr lang="en-US" sz="3400" b="1" dirty="0"/>
              <a:t>Wipe</a:t>
            </a:r>
            <a:r>
              <a:rPr lang="en-US" sz="3400" dirty="0"/>
              <a:t> the hard disks and other impacted portable storage media such as memory cards and USB drives</a:t>
            </a:r>
          </a:p>
          <a:p>
            <a:endParaRPr lang="en-US" sz="3400" b="1" dirty="0"/>
          </a:p>
          <a:p>
            <a:r>
              <a:rPr lang="en-US" sz="3400" b="1" dirty="0"/>
              <a:t>Reimage</a:t>
            </a:r>
            <a:r>
              <a:rPr lang="en-US" sz="3400" dirty="0"/>
              <a:t> and rebuild the compromised systems from scratch to avoid presence of malicious code</a:t>
            </a:r>
          </a:p>
          <a:p>
            <a:endParaRPr lang="en-US" sz="3400" b="1" dirty="0"/>
          </a:p>
          <a:p>
            <a:r>
              <a:rPr lang="en-US" sz="3400" b="1" dirty="0"/>
              <a:t>Restore</a:t>
            </a:r>
            <a:r>
              <a:rPr lang="en-US" sz="3400" dirty="0"/>
              <a:t> the backups of the system only after ensuring that the backup data has no traces of malware by testing it with updated antivirus software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recovery steps that an incident responder has to follow after a malware security incident?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r>
              <a:rPr lang="en-US" sz="3400" b="1" dirty="0"/>
              <a:t>Scan</a:t>
            </a:r>
            <a:r>
              <a:rPr lang="en-US" sz="3400" dirty="0"/>
              <a:t> all the devices and systems with antivirus that contains the malware signatures</a:t>
            </a:r>
          </a:p>
          <a:p>
            <a:endParaRPr lang="en-US" sz="3400" b="1" dirty="0"/>
          </a:p>
          <a:p>
            <a:r>
              <a:rPr lang="en-US" sz="3400" b="1" dirty="0"/>
              <a:t>Restore </a:t>
            </a:r>
            <a:r>
              <a:rPr lang="en-US" sz="3400" dirty="0"/>
              <a:t>email services after blocking the malicious senders and change the passwords of compromised accounts before using</a:t>
            </a:r>
          </a:p>
          <a:p>
            <a:endParaRPr lang="en-US" sz="3400" b="1" dirty="0"/>
          </a:p>
          <a:p>
            <a:r>
              <a:rPr lang="en-US" sz="3400" b="1" dirty="0"/>
              <a:t>Enable scanning</a:t>
            </a:r>
            <a:r>
              <a:rPr lang="en-US" sz="3400" dirty="0"/>
              <a:t> of links and attachments in all the emails passing through the server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recovery steps that an incident responder has to follow after a malware security incident?</a:t>
            </a:r>
          </a:p>
        </p:txBody>
      </p:sp>
    </p:spTree>
    <p:extLst>
      <p:ext uri="{BB962C8B-B14F-4D97-AF65-F5344CB8AC3E}">
        <p14:creationId xmlns:p14="http://schemas.microsoft.com/office/powerpoint/2010/main" val="20108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AD41A758-81B5-413B-AC13-7C9BDAB2B107}"/>
</file>

<file path=customXml/itemProps2.xml><?xml version="1.0" encoding="utf-8"?>
<ds:datastoreItem xmlns:ds="http://schemas.openxmlformats.org/officeDocument/2006/customXml" ds:itemID="{50F7D931-7066-42FE-A50A-047989AABE73}"/>
</file>

<file path=customXml/itemProps3.xml><?xml version="1.0" encoding="utf-8"?>
<ds:datastoreItem xmlns:ds="http://schemas.openxmlformats.org/officeDocument/2006/customXml" ds:itemID="{4E417882-A062-4AD0-9262-0792E0665D8B}"/>
</file>

<file path=docProps/app.xml><?xml version="1.0" encoding="utf-8"?>
<Properties xmlns="http://schemas.openxmlformats.org/officeDocument/2006/extended-properties" xmlns:vt="http://schemas.openxmlformats.org/officeDocument/2006/docPropsVTypes">
  <TotalTime>2464</TotalTime>
  <Words>163</Words>
  <Application>Microsoft Office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do we base Recovery activities on?</vt:lpstr>
      <vt:lpstr>What are the recovery steps that an incident responder has to follow after a malware security incident?</vt:lpstr>
      <vt:lpstr>What are the recovery steps that an incident responder has to follow after a malware security incident?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110</cp:revision>
  <cp:lastPrinted>2020-04-29T19:12:33Z</cp:lastPrinted>
  <dcterms:created xsi:type="dcterms:W3CDTF">2020-04-24T18:08:50Z</dcterms:created>
  <dcterms:modified xsi:type="dcterms:W3CDTF">2020-09-21T14:15:49Z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