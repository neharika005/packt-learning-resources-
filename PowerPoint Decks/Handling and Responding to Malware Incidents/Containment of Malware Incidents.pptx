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0" r:id="rId2"/>
    <p:sldId id="2882" r:id="rId3"/>
    <p:sldId id="2883" r:id="rId4"/>
    <p:sldId id="2884" r:id="rId5"/>
    <p:sldId id="2885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702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233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747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Once a responder validates an incident as a malware incident, the IH&amp;R team should focus on containing it after obtaining approval from concerned authorities.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The main intention of containment of malware is to prevent its further spread and minimize its impact to the organization.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/>
              <a:t>is Containment </a:t>
            </a:r>
            <a:r>
              <a:rPr lang="en-US" dirty="0"/>
              <a:t>important?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b="1" dirty="0"/>
              <a:t>Separate</a:t>
            </a:r>
            <a:r>
              <a:rPr lang="en-US" sz="3400" dirty="0"/>
              <a:t> the compromised host from the operational network </a:t>
            </a:r>
          </a:p>
          <a:p>
            <a:endParaRPr lang="en-US" sz="3400" dirty="0"/>
          </a:p>
          <a:p>
            <a:r>
              <a:rPr lang="en-US" sz="3400" b="1" dirty="0"/>
              <a:t>Gather and analyze</a:t>
            </a:r>
            <a:r>
              <a:rPr lang="en-US" sz="3400" dirty="0"/>
              <a:t> network logs of the system to find the events of malware propagation through shared files and connected systems </a:t>
            </a:r>
          </a:p>
          <a:p>
            <a:endParaRPr lang="en-US" sz="3400" dirty="0"/>
          </a:p>
          <a:p>
            <a:r>
              <a:rPr lang="en-US" sz="3400" dirty="0"/>
              <a:t>In case the malware has compromised multiple systems, </a:t>
            </a:r>
            <a:r>
              <a:rPr lang="en-US" sz="3400" b="1" dirty="0"/>
              <a:t>cut the network services</a:t>
            </a:r>
            <a:r>
              <a:rPr lang="en-US" sz="3400" dirty="0"/>
              <a:t> of these systems and prioritize them according to the importance of the affected host for business continuity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r>
              <a:rPr lang="en-US" sz="3400" dirty="0"/>
              <a:t>Use </a:t>
            </a:r>
            <a:r>
              <a:rPr lang="en-US" sz="3400" b="1" dirty="0"/>
              <a:t>separate virtual local area networks (VLAN)</a:t>
            </a:r>
            <a:r>
              <a:rPr lang="en-US" sz="3400" dirty="0"/>
              <a:t> for infected hosts to find the processes the malware employs to join the network when connected </a:t>
            </a:r>
          </a:p>
          <a:p>
            <a:endParaRPr lang="en-US" sz="3400" dirty="0"/>
          </a:p>
          <a:p>
            <a:r>
              <a:rPr lang="en-US" sz="3400" dirty="0"/>
              <a:t>Allow the connections through an access control network or VPN for the non-compromised devices </a:t>
            </a:r>
          </a:p>
          <a:p>
            <a:endParaRPr lang="en-US" sz="3400" dirty="0"/>
          </a:p>
          <a:p>
            <a:r>
              <a:rPr lang="en-US" sz="3400" dirty="0"/>
              <a:t>Analyze the compromised host to find the malware signature, pattern, or behavior that you can use to contain the incident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423375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Disable the targeted services</a:t>
            </a:r>
            <a:r>
              <a:rPr lang="en-US" sz="3400" dirty="0"/>
              <a:t>, applications, and systems until the exploited vulnerabilities are patched </a:t>
            </a:r>
          </a:p>
          <a:p>
            <a:endParaRPr lang="en-US" sz="3400" dirty="0"/>
          </a:p>
          <a:p>
            <a:r>
              <a:rPr lang="en-US" sz="3400" b="1" dirty="0"/>
              <a:t>Block all unnecessary ports</a:t>
            </a:r>
            <a:r>
              <a:rPr lang="en-US" sz="3400" dirty="0"/>
              <a:t> at the host and firewall </a:t>
            </a:r>
          </a:p>
          <a:p>
            <a:endParaRPr lang="en-US" sz="3400" dirty="0"/>
          </a:p>
          <a:p>
            <a:r>
              <a:rPr lang="en-US" sz="3400" dirty="0"/>
              <a:t>Run host-based antivirus, firewall, and intrusion detection software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44246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Run registry monitoring</a:t>
            </a:r>
            <a:r>
              <a:rPr lang="en-US" sz="3400" dirty="0"/>
              <a:t> tools to find malicious registry entries added by the backdoor </a:t>
            </a:r>
          </a:p>
          <a:p>
            <a:endParaRPr lang="en-US" sz="3400" dirty="0"/>
          </a:p>
          <a:p>
            <a:r>
              <a:rPr lang="en-US" sz="3400" dirty="0"/>
              <a:t>Remove or uninstall the program or application installed by the backdoor Trojan or virus </a:t>
            </a:r>
          </a:p>
          <a:p>
            <a:endParaRPr lang="en-US" sz="3400" dirty="0"/>
          </a:p>
          <a:p>
            <a:r>
              <a:rPr lang="en-US" sz="3400" dirty="0"/>
              <a:t>Remove the malicious registry entries added by the backdoor Trojan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IH&amp;R personnel should follow to contain malware incidents?</a:t>
            </a:r>
          </a:p>
        </p:txBody>
      </p:sp>
    </p:spTree>
    <p:extLst>
      <p:ext uri="{BB962C8B-B14F-4D97-AF65-F5344CB8AC3E}">
        <p14:creationId xmlns:p14="http://schemas.microsoft.com/office/powerpoint/2010/main" val="285388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358F31D0-3F06-4170-8E83-5153DEE886EC}"/>
</file>

<file path=customXml/itemProps2.xml><?xml version="1.0" encoding="utf-8"?>
<ds:datastoreItem xmlns:ds="http://schemas.openxmlformats.org/officeDocument/2006/customXml" ds:itemID="{2D515291-BF72-4596-AA24-CD7B0B9F7799}"/>
</file>

<file path=customXml/itemProps3.xml><?xml version="1.0" encoding="utf-8"?>
<ds:datastoreItem xmlns:ds="http://schemas.openxmlformats.org/officeDocument/2006/customXml" ds:itemID="{29B514A3-68E8-495A-9E9B-7B2A3398A081}"/>
</file>

<file path=docProps/app.xml><?xml version="1.0" encoding="utf-8"?>
<Properties xmlns="http://schemas.openxmlformats.org/officeDocument/2006/extended-properties" xmlns:vt="http://schemas.openxmlformats.org/officeDocument/2006/docPropsVTypes">
  <TotalTime>2449</TotalTime>
  <Words>310</Words>
  <Application>Microsoft Office PowerPoint</Application>
  <PresentationFormat>Widescreen</PresentationFormat>
  <Paragraphs>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Why is Containment important?</vt:lpstr>
      <vt:lpstr>What are the steps IH&amp;R personnel should follow to contain malware incidents?</vt:lpstr>
      <vt:lpstr>What are the steps IH&amp;R personnel should follow to contain malware incidents?</vt:lpstr>
      <vt:lpstr>What are the steps IH&amp;R personnel should follow to contain malware incidents?</vt:lpstr>
      <vt:lpstr>What are the steps IH&amp;R personnel should follow to contain malware incidents?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101</cp:revision>
  <cp:lastPrinted>2020-04-29T19:12:33Z</cp:lastPrinted>
  <dcterms:created xsi:type="dcterms:W3CDTF">2020-04-24T18:08:50Z</dcterms:created>
  <dcterms:modified xsi:type="dcterms:W3CDTF">2020-09-18T18:29:00Z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