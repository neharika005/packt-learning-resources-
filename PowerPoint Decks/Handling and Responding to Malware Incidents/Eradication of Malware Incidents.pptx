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880" r:id="rId2"/>
    <p:sldId id="2882" r:id="rId3"/>
    <p:sldId id="2883" r:id="rId4"/>
    <p:sldId id="2884" r:id="rId5"/>
    <p:sldId id="2885" r:id="rId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37024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2338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19152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400" dirty="0"/>
              <a:t>Eradication of malware implies removing malware completely from infected hosts. However, it involves more than this, it also includes elimination of vulnerability in the host/network that caused the infection.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Eradication should also ensure that there are no further chances of similar infection occurring/recurring.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Why is Eradication important?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r>
              <a:rPr lang="en-US" sz="3400" b="1" dirty="0"/>
              <a:t>Content Filtering Tools</a:t>
            </a:r>
            <a:r>
              <a:rPr lang="en-US" sz="3400" dirty="0"/>
              <a:t> - Use the static characters of the malware, such as strings and loaders, as filters to block the malware from entering systems</a:t>
            </a:r>
          </a:p>
          <a:p>
            <a:endParaRPr lang="en-US" sz="3400" dirty="0"/>
          </a:p>
          <a:p>
            <a:r>
              <a:rPr lang="en-US" sz="3400" b="1" dirty="0"/>
              <a:t>Network Security Devices</a:t>
            </a:r>
            <a:r>
              <a:rPr lang="en-US" sz="3400" dirty="0"/>
              <a:t> - Add the malware signature to the network security devices such as firewalls and IDPSs to stop it from breaching the organization perimeter </a:t>
            </a:r>
          </a:p>
          <a:p>
            <a:endParaRPr lang="en-US" sz="3400" dirty="0"/>
          </a:p>
          <a:p>
            <a:r>
              <a:rPr lang="en-US" sz="3400" b="1" dirty="0"/>
              <a:t>Antivirus Tools</a:t>
            </a:r>
            <a:r>
              <a:rPr lang="en-US" sz="3400" dirty="0"/>
              <a:t> - Update the antivirus tools to detect the newly found malware using signature, string, or heuristics-based techniques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some of the steps an incident responder should follow to eradicate malware security incidents?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b="1" dirty="0"/>
              <a:t>Blacklist</a:t>
            </a:r>
            <a:r>
              <a:rPr lang="en-US" sz="3400" dirty="0"/>
              <a:t> - Block the harmful URLs, IP addresses, email-Ids, services, programs, applications, and executables that install malware onto the system </a:t>
            </a:r>
          </a:p>
          <a:p>
            <a:endParaRPr lang="en-US" sz="3400" dirty="0"/>
          </a:p>
          <a:p>
            <a:r>
              <a:rPr lang="en-US" sz="3400" b="1" dirty="0"/>
              <a:t>Manual Scan</a:t>
            </a:r>
            <a:r>
              <a:rPr lang="en-US" sz="3400" dirty="0"/>
              <a:t> - Run a full scan of the compromised system with an updated antivirus program to remove the malicious codes, binaries, and the related registry entries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IH&amp;R personnel should follow to contain malware incidents?</a:t>
            </a:r>
          </a:p>
        </p:txBody>
      </p:sp>
    </p:spTree>
    <p:extLst>
      <p:ext uri="{BB962C8B-B14F-4D97-AF65-F5344CB8AC3E}">
        <p14:creationId xmlns:p14="http://schemas.microsoft.com/office/powerpoint/2010/main" val="423375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r>
              <a:rPr lang="en-US" sz="3400" b="1" dirty="0"/>
              <a:t>Usage Policy</a:t>
            </a:r>
            <a:r>
              <a:rPr lang="en-US" sz="3400" dirty="0"/>
              <a:t> - Organizations must define malware prevention concerns while defining policies such as acceptable usage policies; The organization should include the following:</a:t>
            </a:r>
          </a:p>
          <a:p>
            <a:pPr lvl="1"/>
            <a:r>
              <a:rPr lang="en-US" sz="3200" dirty="0"/>
              <a:t> Scan all types of media before connecting it to the internal systems </a:t>
            </a:r>
          </a:p>
          <a:p>
            <a:pPr lvl="1"/>
            <a:r>
              <a:rPr lang="en-US" sz="3200" dirty="0"/>
              <a:t> Scan all email attachments before opening </a:t>
            </a:r>
          </a:p>
          <a:p>
            <a:pPr lvl="1"/>
            <a:r>
              <a:rPr lang="en-US" sz="3200" dirty="0"/>
              <a:t> Restrict users from installing unknown programs </a:t>
            </a:r>
          </a:p>
          <a:p>
            <a:pPr lvl="1"/>
            <a:r>
              <a:rPr lang="en-US" sz="3200" dirty="0"/>
              <a:t> Prohibit the use of removable media devices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IH&amp;R personnel should follow to contain malware incidents?</a:t>
            </a:r>
          </a:p>
        </p:txBody>
      </p:sp>
    </p:spTree>
    <p:extLst>
      <p:ext uri="{BB962C8B-B14F-4D97-AF65-F5344CB8AC3E}">
        <p14:creationId xmlns:p14="http://schemas.microsoft.com/office/powerpoint/2010/main" val="44246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70000" lnSpcReduction="20000"/>
          </a:bodyPr>
          <a:lstStyle/>
          <a:p>
            <a:r>
              <a:rPr lang="en-US" sz="4100" b="1" dirty="0"/>
              <a:t>Employee Awareness</a:t>
            </a:r>
            <a:r>
              <a:rPr lang="en-US" sz="4100" dirty="0"/>
              <a:t>  - Organizations should make their employees aware of best practices regarding malware such as:</a:t>
            </a:r>
          </a:p>
          <a:p>
            <a:endParaRPr lang="en-US" sz="3400" dirty="0"/>
          </a:p>
          <a:p>
            <a:pPr lvl="1"/>
            <a:r>
              <a:rPr lang="en-US" sz="3900" dirty="0"/>
              <a:t> No opening of suspicious emails, attachments or clicking of  hyperlinks </a:t>
            </a:r>
          </a:p>
          <a:p>
            <a:pPr lvl="1"/>
            <a:r>
              <a:rPr lang="en-US" sz="3900" dirty="0"/>
              <a:t> No clicking on web browser pop-up windows </a:t>
            </a:r>
          </a:p>
          <a:p>
            <a:pPr lvl="1"/>
            <a:r>
              <a:rPr lang="en-US" sz="3900" dirty="0"/>
              <a:t> No opening of files with extensions such as .bat, .com, .exe, .</a:t>
            </a:r>
            <a:r>
              <a:rPr lang="en-US" sz="3900" dirty="0" err="1"/>
              <a:t>pif</a:t>
            </a:r>
            <a:r>
              <a:rPr lang="en-US" sz="3900" dirty="0"/>
              <a:t>, .</a:t>
            </a:r>
            <a:r>
              <a:rPr lang="en-US" sz="3900" dirty="0" err="1"/>
              <a:t>vbs</a:t>
            </a:r>
            <a:endParaRPr lang="en-US" sz="3900" dirty="0"/>
          </a:p>
          <a:p>
            <a:pPr lvl="1"/>
            <a:r>
              <a:rPr lang="en-US" sz="3900" dirty="0"/>
              <a:t> Not allowing unauthorized personnel to use administrator-level accounts</a:t>
            </a:r>
          </a:p>
          <a:p>
            <a:pPr lvl="1"/>
            <a:r>
              <a:rPr lang="en-US" sz="3900" dirty="0"/>
              <a:t> No downloading or </a:t>
            </a:r>
            <a:r>
              <a:rPr lang="en-US" sz="3900"/>
              <a:t>executing of applications </a:t>
            </a:r>
            <a:r>
              <a:rPr lang="en-US" sz="3900" dirty="0"/>
              <a:t>from third-party sources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IH&amp;R personnel should follow to contain malware incidents?</a:t>
            </a:r>
          </a:p>
        </p:txBody>
      </p:sp>
    </p:spTree>
    <p:extLst>
      <p:ext uri="{BB962C8B-B14F-4D97-AF65-F5344CB8AC3E}">
        <p14:creationId xmlns:p14="http://schemas.microsoft.com/office/powerpoint/2010/main" val="228688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18BEBB7F-04AA-4EE4-BF07-FCC663E10A6D}"/>
</file>

<file path=customXml/itemProps2.xml><?xml version="1.0" encoding="utf-8"?>
<ds:datastoreItem xmlns:ds="http://schemas.openxmlformats.org/officeDocument/2006/customXml" ds:itemID="{97EBB474-35EA-4392-9C88-3817C16F05D6}"/>
</file>

<file path=customXml/itemProps3.xml><?xml version="1.0" encoding="utf-8"?>
<ds:datastoreItem xmlns:ds="http://schemas.openxmlformats.org/officeDocument/2006/customXml" ds:itemID="{E20C38E3-DF5F-4BF5-869D-FC195977799F}"/>
</file>

<file path=docProps/app.xml><?xml version="1.0" encoding="utf-8"?>
<Properties xmlns="http://schemas.openxmlformats.org/officeDocument/2006/extended-properties" xmlns:vt="http://schemas.openxmlformats.org/officeDocument/2006/docPropsVTypes">
  <TotalTime>2453</TotalTime>
  <Words>392</Words>
  <Application>Microsoft Office PowerPoint</Application>
  <PresentationFormat>Widescreen</PresentationFormat>
  <Paragraphs>33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Why is Eradication important?</vt:lpstr>
      <vt:lpstr>What are some of the steps an incident responder should follow to eradicate malware security incidents?</vt:lpstr>
      <vt:lpstr>What are the steps IH&amp;R personnel should follow to contain malware incidents?</vt:lpstr>
      <vt:lpstr>What are the steps IH&amp;R personnel should follow to contain malware incidents?</vt:lpstr>
      <vt:lpstr>What are the steps IH&amp;R personnel should follow to contain malware incidents?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103</cp:revision>
  <cp:lastPrinted>2020-04-29T19:12:33Z</cp:lastPrinted>
  <dcterms:created xsi:type="dcterms:W3CDTF">2020-04-24T18:08:50Z</dcterms:created>
  <dcterms:modified xsi:type="dcterms:W3CDTF">2020-09-18T17:32:28Z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