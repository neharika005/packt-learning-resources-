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0" r:id="rId2"/>
    <p:sldId id="2882" r:id="rId3"/>
    <p:sldId id="2887" r:id="rId4"/>
    <p:sldId id="2888" r:id="rId5"/>
    <p:sldId id="2890" r:id="rId6"/>
    <p:sldId id="2889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53963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40296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43322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374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r>
              <a:rPr lang="en-US" sz="3400" b="1" dirty="0"/>
              <a:t>Live System/Dynamic Analysis (behavioral analysis)</a:t>
            </a:r>
            <a:r>
              <a:rPr lang="en-US" sz="3400" dirty="0"/>
              <a:t> - monitoring ports, processes, and registries for any abnormal or malicious activities.</a:t>
            </a:r>
          </a:p>
          <a:p>
            <a:endParaRPr lang="en-US" sz="3400" b="1" dirty="0"/>
          </a:p>
          <a:p>
            <a:r>
              <a:rPr lang="en-US" sz="3400" b="1" dirty="0"/>
              <a:t>Memory Dump/Static Analysis (code analysis)</a:t>
            </a:r>
            <a:r>
              <a:rPr lang="en-US" sz="3400" dirty="0"/>
              <a:t> - the process of investigating an executable file without running or installing it.</a:t>
            </a:r>
          </a:p>
          <a:p>
            <a:endParaRPr lang="en-US" sz="3400" b="1" dirty="0"/>
          </a:p>
          <a:p>
            <a:r>
              <a:rPr lang="en-US" sz="3400" b="1" dirty="0"/>
              <a:t>Intrusion Analysis</a:t>
            </a:r>
            <a:r>
              <a:rPr lang="en-US" sz="3400" dirty="0"/>
              <a:t> - analyzing intrusion detection systems and other perimeter security systems for malware as well as detecting the malware by its abnormal behavior after intrusion.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Malware Detection Techniques that Incident Responders should be aware of?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Port monitoring </a:t>
            </a:r>
          </a:p>
          <a:p>
            <a:r>
              <a:rPr lang="en-US" sz="3400" dirty="0"/>
              <a:t>Process monitoring </a:t>
            </a:r>
          </a:p>
          <a:p>
            <a:r>
              <a:rPr lang="en-US" sz="3400" dirty="0"/>
              <a:t>Registry monitoring </a:t>
            </a:r>
          </a:p>
          <a:p>
            <a:r>
              <a:rPr lang="en-US" sz="3400" dirty="0"/>
              <a:t>Windows services monitoring </a:t>
            </a:r>
          </a:p>
          <a:p>
            <a:r>
              <a:rPr lang="en-US" sz="3400" dirty="0"/>
              <a:t>Startup programs monitoring </a:t>
            </a:r>
          </a:p>
          <a:p>
            <a:r>
              <a:rPr lang="en-US" sz="3400" dirty="0"/>
              <a:t>Event logs monitoring </a:t>
            </a:r>
          </a:p>
          <a:p>
            <a:r>
              <a:rPr lang="en-US" sz="3400" dirty="0"/>
              <a:t>Installation monitoring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Live System Malware Analysis Techniques?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Files and folder monitoring </a:t>
            </a:r>
          </a:p>
          <a:p>
            <a:r>
              <a:rPr lang="en-US" sz="3400" dirty="0"/>
              <a:t>Device drivers monitoring </a:t>
            </a:r>
          </a:p>
          <a:p>
            <a:r>
              <a:rPr lang="en-US" sz="3400" dirty="0"/>
              <a:t>Network traffic monitoring </a:t>
            </a:r>
          </a:p>
          <a:p>
            <a:r>
              <a:rPr lang="en-US" sz="3400" dirty="0"/>
              <a:t>DNS monitoring/resolution </a:t>
            </a:r>
          </a:p>
          <a:p>
            <a:r>
              <a:rPr lang="en-US" sz="3400" dirty="0"/>
              <a:t>API calls monitoring </a:t>
            </a:r>
          </a:p>
          <a:p>
            <a:r>
              <a:rPr lang="en-US" sz="3400" dirty="0"/>
              <a:t>Scheduled task monitoring </a:t>
            </a:r>
          </a:p>
          <a:p>
            <a:r>
              <a:rPr lang="en-US" sz="3400" dirty="0"/>
              <a:t>Browser activity monitoring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Live System Malware Analysis Techniques?</a:t>
            </a:r>
          </a:p>
        </p:txBody>
      </p:sp>
    </p:spTree>
    <p:extLst>
      <p:ext uri="{BB962C8B-B14F-4D97-AF65-F5344CB8AC3E}">
        <p14:creationId xmlns:p14="http://schemas.microsoft.com/office/powerpoint/2010/main" val="85718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File fingerprinting </a:t>
            </a:r>
          </a:p>
          <a:p>
            <a:r>
              <a:rPr lang="en-US" sz="3400" dirty="0"/>
              <a:t>Local and online malware scanning </a:t>
            </a:r>
          </a:p>
          <a:p>
            <a:r>
              <a:rPr lang="en-US" sz="3400" dirty="0"/>
              <a:t>Performing strings search </a:t>
            </a:r>
          </a:p>
          <a:p>
            <a:r>
              <a:rPr lang="en-US" sz="3400" dirty="0"/>
              <a:t>Identifying packing/obfuscation methods </a:t>
            </a:r>
          </a:p>
          <a:p>
            <a:r>
              <a:rPr lang="en-US" sz="3400" dirty="0"/>
              <a:t>Finding the portable executables (PE) information </a:t>
            </a:r>
          </a:p>
          <a:p>
            <a:r>
              <a:rPr lang="en-US" sz="3400" dirty="0"/>
              <a:t>Identifying file dependencies </a:t>
            </a:r>
          </a:p>
          <a:p>
            <a:r>
              <a:rPr lang="en-US" sz="3400" dirty="0"/>
              <a:t>Malware disassembly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Static Malware Analysis Techniques?</a:t>
            </a:r>
          </a:p>
        </p:txBody>
      </p:sp>
    </p:spTree>
    <p:extLst>
      <p:ext uri="{BB962C8B-B14F-4D97-AF65-F5344CB8AC3E}">
        <p14:creationId xmlns:p14="http://schemas.microsoft.com/office/powerpoint/2010/main" val="78560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dirty="0"/>
              <a:t>A python-based memory analysis tool that is capable of performing various forensic operations</a:t>
            </a:r>
          </a:p>
          <a:p>
            <a:endParaRPr lang="en-US" sz="3400" dirty="0"/>
          </a:p>
          <a:p>
            <a:pPr marL="0" indent="0">
              <a:buNone/>
            </a:pPr>
            <a:r>
              <a:rPr lang="en-US" sz="3400" dirty="0"/>
              <a:t>To analyze the image using the volatility forensics tool, navigate to the volatility folder by using the cd /</a:t>
            </a:r>
            <a:r>
              <a:rPr lang="en-US" sz="3400" dirty="0" err="1"/>
              <a:t>usr</a:t>
            </a:r>
            <a:r>
              <a:rPr lang="en-US" sz="3400" dirty="0"/>
              <a:t>/share/volatility command and then use the following syntax: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python vol.py [plugin] –f [image] –profile=[profile name]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Static Malware Analysis Techniques - Memory Dump Analysis using the Volatility Framework</a:t>
            </a:r>
          </a:p>
        </p:txBody>
      </p:sp>
    </p:spTree>
    <p:extLst>
      <p:ext uri="{BB962C8B-B14F-4D97-AF65-F5344CB8AC3E}">
        <p14:creationId xmlns:p14="http://schemas.microsoft.com/office/powerpoint/2010/main" val="340522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Detecting malware by its covert storage/hiding techniques </a:t>
            </a:r>
          </a:p>
          <a:p>
            <a:endParaRPr lang="en-US" sz="3400" dirty="0"/>
          </a:p>
          <a:p>
            <a:r>
              <a:rPr lang="en-US" sz="3400" dirty="0"/>
              <a:t>Detecting malware by its covert communication techniques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Behavioral Intrusion Analysis Techniques?</a:t>
            </a:r>
          </a:p>
        </p:txBody>
      </p:sp>
    </p:spTree>
    <p:extLst>
      <p:ext uri="{BB962C8B-B14F-4D97-AF65-F5344CB8AC3E}">
        <p14:creationId xmlns:p14="http://schemas.microsoft.com/office/powerpoint/2010/main" val="26750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2056FE45-B2F3-4914-88F3-7E6D023BF39B}"/>
</file>

<file path=customXml/itemProps2.xml><?xml version="1.0" encoding="utf-8"?>
<ds:datastoreItem xmlns:ds="http://schemas.openxmlformats.org/officeDocument/2006/customXml" ds:itemID="{7B59A9BE-59CD-4D0D-955B-94B117683C9D}"/>
</file>

<file path=customXml/itemProps3.xml><?xml version="1.0" encoding="utf-8"?>
<ds:datastoreItem xmlns:ds="http://schemas.openxmlformats.org/officeDocument/2006/customXml" ds:itemID="{EF7FC98F-17F2-4711-A745-096DE0B5B70C}"/>
</file>

<file path=docProps/app.xml><?xml version="1.0" encoding="utf-8"?>
<Properties xmlns="http://schemas.openxmlformats.org/officeDocument/2006/extended-properties" xmlns:vt="http://schemas.openxmlformats.org/officeDocument/2006/docPropsVTypes">
  <TotalTime>2552</TotalTime>
  <Words>284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Malware Detection Techniques that Incident Responders should be aware of?</vt:lpstr>
      <vt:lpstr>What are Live System Malware Analysis Techniques?</vt:lpstr>
      <vt:lpstr>What are Live System Malware Analysis Techniques?</vt:lpstr>
      <vt:lpstr>What are Static Malware Analysis Techniques?</vt:lpstr>
      <vt:lpstr>Static Malware Analysis Techniques - Memory Dump Analysis using the Volatility Framework</vt:lpstr>
      <vt:lpstr>What are Behavioral Intrusion Analysis Techniques?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101</cp:revision>
  <cp:lastPrinted>2020-04-29T19:12:33Z</cp:lastPrinted>
  <dcterms:created xsi:type="dcterms:W3CDTF">2020-04-24T18:08:50Z</dcterms:created>
  <dcterms:modified xsi:type="dcterms:W3CDTF">2020-09-18T17:27:06Z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