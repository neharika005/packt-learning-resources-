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diagrams/data2.xml" ContentType="application/vnd.openxmlformats-officedocument.drawingml.diagramData+xml"/>
  <Override PartName="/ppt/diagrams/data6.xml" ContentType="application/vnd.openxmlformats-officedocument.drawingml.diagramData+xml"/>
  <Override PartName="/ppt/presentation.xml" ContentType="application/vnd.openxmlformats-officedocument.presentationml.presentation.main+xml"/>
  <Override PartName="/ppt/diagrams/data5.xml" ContentType="application/vnd.openxmlformats-officedocument.drawingml.diagramData+xml"/>
  <Override PartName="/ppt/diagrams/data3.xml" ContentType="application/vnd.openxmlformats-officedocument.drawingml.diagramData+xml"/>
  <Override PartName="/ppt/diagrams/data1.xml" ContentType="application/vnd.openxmlformats-officedocument.drawingml.diagramData+xml"/>
  <Override PartName="/ppt/diagrams/data4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7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drawing3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colors3.xml" ContentType="application/vnd.openxmlformats-officedocument.drawingml.diagramColors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4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3.xml" ContentType="application/vnd.openxmlformats-officedocument.drawingml.diagramStyle+xml"/>
  <Override PartName="/ppt/diagrams/layout3.xml" ContentType="application/vnd.openxmlformats-officedocument.drawingml.diagramLayout+xml"/>
  <Override PartName="/ppt/diagrams/quickStyle4.xml" ContentType="application/vnd.openxmlformats-officedocument.drawingml.diagramStyle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910" r:id="rId2"/>
    <p:sldId id="2917" r:id="rId3"/>
    <p:sldId id="2911" r:id="rId4"/>
    <p:sldId id="2918" r:id="rId5"/>
    <p:sldId id="2912" r:id="rId6"/>
    <p:sldId id="2919" r:id="rId7"/>
    <p:sldId id="2913" r:id="rId8"/>
    <p:sldId id="2920" r:id="rId9"/>
    <p:sldId id="2914" r:id="rId10"/>
    <p:sldId id="2921" r:id="rId11"/>
    <p:sldId id="2915" r:id="rId12"/>
    <p:sldId id="2922" r:id="rId13"/>
    <p:sldId id="2916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3E63D8-A91F-4AE6-94AD-FA3A0C23DA31}" type="doc">
      <dgm:prSet loTypeId="urn:microsoft.com/office/officeart/2011/layout/HexagonRadial" loCatId="cycle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ACD36C-4CC1-4668-832F-8BEEA61E8464}">
      <dgm:prSet phldrT="[Text]"/>
      <dgm:spPr/>
      <dgm:t>
        <a:bodyPr/>
        <a:lstStyle/>
        <a:p>
          <a:r>
            <a:rPr lang="en-US" b="1"/>
            <a:t>Prepare</a:t>
          </a:r>
          <a:endParaRPr lang="en-US" b="1" dirty="0"/>
        </a:p>
      </dgm:t>
    </dgm:pt>
    <dgm:pt modelId="{AFEB5346-44D9-4DBC-9AFD-6C89D0A996E0}" type="parTrans" cxnId="{14965DE5-53A1-4ED2-B656-39D5D9DD4EFA}">
      <dgm:prSet/>
      <dgm:spPr/>
      <dgm:t>
        <a:bodyPr/>
        <a:lstStyle/>
        <a:p>
          <a:endParaRPr lang="en-US"/>
        </a:p>
      </dgm:t>
    </dgm:pt>
    <dgm:pt modelId="{5328B45A-E2B3-464C-B5AF-D980455F6615}" type="sibTrans" cxnId="{14965DE5-53A1-4ED2-B656-39D5D9DD4EFA}">
      <dgm:prSet/>
      <dgm:spPr/>
      <dgm:t>
        <a:bodyPr/>
        <a:lstStyle/>
        <a:p>
          <a:endParaRPr lang="en-US"/>
        </a:p>
      </dgm:t>
    </dgm:pt>
    <dgm:pt modelId="{075C74AF-032B-4CD1-8B87-93AC79A22266}">
      <dgm:prSet phldrT="[Text]"/>
      <dgm:spPr/>
      <dgm:t>
        <a:bodyPr/>
        <a:lstStyle/>
        <a:p>
          <a:r>
            <a:rPr lang="en-US" b="1"/>
            <a:t>Categorize</a:t>
          </a:r>
          <a:endParaRPr lang="en-US" b="1" dirty="0"/>
        </a:p>
      </dgm:t>
    </dgm:pt>
    <dgm:pt modelId="{386B149C-A43F-48F2-862B-2C1917BB7AC1}" type="parTrans" cxnId="{F168B2CF-4723-4430-95AD-A93F49C8318A}">
      <dgm:prSet/>
      <dgm:spPr/>
      <dgm:t>
        <a:bodyPr/>
        <a:lstStyle/>
        <a:p>
          <a:endParaRPr lang="en-US"/>
        </a:p>
      </dgm:t>
    </dgm:pt>
    <dgm:pt modelId="{F78D6DEC-A47B-4BF1-92A5-19F5527CFA5C}" type="sibTrans" cxnId="{F168B2CF-4723-4430-95AD-A93F49C8318A}">
      <dgm:prSet/>
      <dgm:spPr/>
      <dgm:t>
        <a:bodyPr/>
        <a:lstStyle/>
        <a:p>
          <a:endParaRPr lang="en-US"/>
        </a:p>
      </dgm:t>
    </dgm:pt>
    <dgm:pt modelId="{79D4190F-06EA-4238-8D63-B225DBC22D6A}">
      <dgm:prSet phldrT="[Text]"/>
      <dgm:spPr/>
      <dgm:t>
        <a:bodyPr/>
        <a:lstStyle/>
        <a:p>
          <a:r>
            <a:rPr lang="en-US" b="1"/>
            <a:t>Select</a:t>
          </a:r>
          <a:endParaRPr lang="en-US" b="1" dirty="0"/>
        </a:p>
      </dgm:t>
    </dgm:pt>
    <dgm:pt modelId="{11F1DF19-1687-4C1E-875F-C6C69516EC52}" type="parTrans" cxnId="{D9C6FF7D-8455-40F2-BC23-81B0FBE6F3D3}">
      <dgm:prSet/>
      <dgm:spPr/>
      <dgm:t>
        <a:bodyPr/>
        <a:lstStyle/>
        <a:p>
          <a:endParaRPr lang="en-US"/>
        </a:p>
      </dgm:t>
    </dgm:pt>
    <dgm:pt modelId="{934A5BDE-CA80-4BF1-B989-4D891555F600}" type="sibTrans" cxnId="{D9C6FF7D-8455-40F2-BC23-81B0FBE6F3D3}">
      <dgm:prSet/>
      <dgm:spPr/>
      <dgm:t>
        <a:bodyPr/>
        <a:lstStyle/>
        <a:p>
          <a:endParaRPr lang="en-US"/>
        </a:p>
      </dgm:t>
    </dgm:pt>
    <dgm:pt modelId="{ADC22CB9-53CC-4F46-B117-4D4AC8E923B1}">
      <dgm:prSet phldrT="[Text]"/>
      <dgm:spPr/>
      <dgm:t>
        <a:bodyPr/>
        <a:lstStyle/>
        <a:p>
          <a:r>
            <a:rPr lang="en-US" b="1"/>
            <a:t>Implement</a:t>
          </a:r>
          <a:endParaRPr lang="en-US" b="1" dirty="0"/>
        </a:p>
      </dgm:t>
    </dgm:pt>
    <dgm:pt modelId="{BEDCC6D0-0873-416E-BDD8-441F47D513DC}" type="parTrans" cxnId="{58676706-1289-485A-B731-565EF851E574}">
      <dgm:prSet/>
      <dgm:spPr/>
      <dgm:t>
        <a:bodyPr/>
        <a:lstStyle/>
        <a:p>
          <a:endParaRPr lang="en-US"/>
        </a:p>
      </dgm:t>
    </dgm:pt>
    <dgm:pt modelId="{8EA4F0A0-A4A2-41C0-8F89-9D637670FB66}" type="sibTrans" cxnId="{58676706-1289-485A-B731-565EF851E574}">
      <dgm:prSet/>
      <dgm:spPr/>
      <dgm:t>
        <a:bodyPr/>
        <a:lstStyle/>
        <a:p>
          <a:endParaRPr lang="en-US"/>
        </a:p>
      </dgm:t>
    </dgm:pt>
    <dgm:pt modelId="{565C9AED-2FCF-41ED-896E-BA7E3C1FF25E}">
      <dgm:prSet phldrT="[Text]"/>
      <dgm:spPr/>
      <dgm:t>
        <a:bodyPr/>
        <a:lstStyle/>
        <a:p>
          <a:r>
            <a:rPr lang="en-US" b="1"/>
            <a:t>Assess</a:t>
          </a:r>
          <a:endParaRPr lang="en-US" b="1" dirty="0"/>
        </a:p>
      </dgm:t>
    </dgm:pt>
    <dgm:pt modelId="{DB1A90BB-4F6A-456E-841F-89CD3A9E575E}" type="parTrans" cxnId="{92ECCD68-C00F-4ADA-B9C2-43550B2B50A2}">
      <dgm:prSet/>
      <dgm:spPr/>
      <dgm:t>
        <a:bodyPr/>
        <a:lstStyle/>
        <a:p>
          <a:endParaRPr lang="en-US"/>
        </a:p>
      </dgm:t>
    </dgm:pt>
    <dgm:pt modelId="{28E3A961-72DB-40EA-92E1-64A9F3B56CA0}" type="sibTrans" cxnId="{92ECCD68-C00F-4ADA-B9C2-43550B2B50A2}">
      <dgm:prSet/>
      <dgm:spPr/>
      <dgm:t>
        <a:bodyPr/>
        <a:lstStyle/>
        <a:p>
          <a:endParaRPr lang="en-US"/>
        </a:p>
      </dgm:t>
    </dgm:pt>
    <dgm:pt modelId="{219D80C6-4AE7-4273-A814-CA70670751FB}">
      <dgm:prSet phldrT="[Text]"/>
      <dgm:spPr/>
      <dgm:t>
        <a:bodyPr/>
        <a:lstStyle/>
        <a:p>
          <a:r>
            <a:rPr lang="en-US" b="1"/>
            <a:t>Authorize</a:t>
          </a:r>
          <a:endParaRPr lang="en-US" b="1" dirty="0"/>
        </a:p>
      </dgm:t>
    </dgm:pt>
    <dgm:pt modelId="{2FA6CAA1-55B9-458A-93E7-797B391F08FC}" type="parTrans" cxnId="{69FF9C30-F247-43F6-96EE-38151AA0BF29}">
      <dgm:prSet/>
      <dgm:spPr/>
      <dgm:t>
        <a:bodyPr/>
        <a:lstStyle/>
        <a:p>
          <a:endParaRPr lang="en-US"/>
        </a:p>
      </dgm:t>
    </dgm:pt>
    <dgm:pt modelId="{E91FA825-11CA-4823-93F4-C3CBEF63A666}" type="sibTrans" cxnId="{69FF9C30-F247-43F6-96EE-38151AA0BF29}">
      <dgm:prSet/>
      <dgm:spPr/>
      <dgm:t>
        <a:bodyPr/>
        <a:lstStyle/>
        <a:p>
          <a:endParaRPr lang="en-US"/>
        </a:p>
      </dgm:t>
    </dgm:pt>
    <dgm:pt modelId="{6B729C36-B4F2-40FD-98BD-DDB65B08E8B2}">
      <dgm:prSet phldrT="[Text]"/>
      <dgm:spPr/>
      <dgm:t>
        <a:bodyPr/>
        <a:lstStyle/>
        <a:p>
          <a:r>
            <a:rPr lang="en-US" b="1"/>
            <a:t>Monitor</a:t>
          </a:r>
          <a:endParaRPr lang="en-US" b="1" dirty="0"/>
        </a:p>
      </dgm:t>
    </dgm:pt>
    <dgm:pt modelId="{FD8B6363-F7A1-4123-AE2D-FED7DD7D6C5B}" type="parTrans" cxnId="{4C9ED360-96C6-4511-87D8-BA29A6DB5DC2}">
      <dgm:prSet/>
      <dgm:spPr/>
      <dgm:t>
        <a:bodyPr/>
        <a:lstStyle/>
        <a:p>
          <a:endParaRPr lang="en-US"/>
        </a:p>
      </dgm:t>
    </dgm:pt>
    <dgm:pt modelId="{C5EDA674-4C21-49BE-B5E9-24610DB52D50}" type="sibTrans" cxnId="{4C9ED360-96C6-4511-87D8-BA29A6DB5DC2}">
      <dgm:prSet/>
      <dgm:spPr/>
      <dgm:t>
        <a:bodyPr/>
        <a:lstStyle/>
        <a:p>
          <a:endParaRPr lang="en-US"/>
        </a:p>
      </dgm:t>
    </dgm:pt>
    <dgm:pt modelId="{36BAE0C3-EA2B-4134-8B54-00E408D55252}" type="pres">
      <dgm:prSet presAssocID="{CE3E63D8-A91F-4AE6-94AD-FA3A0C23DA3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AAE7810-A184-4DFE-BEC6-B067B3BC3AE9}" type="pres">
      <dgm:prSet presAssocID="{A5ACD36C-4CC1-4668-832F-8BEEA61E8464}" presName="Parent" presStyleLbl="node0" presStyleIdx="0" presStyleCnt="1">
        <dgm:presLayoutVars>
          <dgm:chMax val="6"/>
          <dgm:chPref val="6"/>
        </dgm:presLayoutVars>
      </dgm:prSet>
      <dgm:spPr/>
    </dgm:pt>
    <dgm:pt modelId="{BA77D7C7-1F0A-4C1A-BBC0-9FA8A3B3FA58}" type="pres">
      <dgm:prSet presAssocID="{075C74AF-032B-4CD1-8B87-93AC79A22266}" presName="Accent1" presStyleCnt="0"/>
      <dgm:spPr/>
    </dgm:pt>
    <dgm:pt modelId="{BD3DC8A6-D67E-4E20-A820-BFD8D3D5CFCE}" type="pres">
      <dgm:prSet presAssocID="{075C74AF-032B-4CD1-8B87-93AC79A22266}" presName="Accent" presStyleLbl="bgShp" presStyleIdx="0" presStyleCnt="6"/>
      <dgm:spPr/>
    </dgm:pt>
    <dgm:pt modelId="{D44C8F0E-9374-4DF1-AC07-52F8350BA5F0}" type="pres">
      <dgm:prSet presAssocID="{075C74AF-032B-4CD1-8B87-93AC79A2226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C4DE3E8-4BF5-40B1-888D-8793933738A1}" type="pres">
      <dgm:prSet presAssocID="{79D4190F-06EA-4238-8D63-B225DBC22D6A}" presName="Accent2" presStyleCnt="0"/>
      <dgm:spPr/>
    </dgm:pt>
    <dgm:pt modelId="{42AA6BF5-236E-490C-A969-626BE6E4BB9C}" type="pres">
      <dgm:prSet presAssocID="{79D4190F-06EA-4238-8D63-B225DBC22D6A}" presName="Accent" presStyleLbl="bgShp" presStyleIdx="1" presStyleCnt="6"/>
      <dgm:spPr/>
    </dgm:pt>
    <dgm:pt modelId="{E49CC2E0-27B6-454B-B3A2-6B53ADFA8A60}" type="pres">
      <dgm:prSet presAssocID="{79D4190F-06EA-4238-8D63-B225DBC22D6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76EBFD2C-15F4-4BD1-AB19-AA4BFE0FAF2D}" type="pres">
      <dgm:prSet presAssocID="{ADC22CB9-53CC-4F46-B117-4D4AC8E923B1}" presName="Accent3" presStyleCnt="0"/>
      <dgm:spPr/>
    </dgm:pt>
    <dgm:pt modelId="{4606A68C-1459-45FD-A926-BEF51B3F9A16}" type="pres">
      <dgm:prSet presAssocID="{ADC22CB9-53CC-4F46-B117-4D4AC8E923B1}" presName="Accent" presStyleLbl="bgShp" presStyleIdx="2" presStyleCnt="6"/>
      <dgm:spPr/>
    </dgm:pt>
    <dgm:pt modelId="{EF35F2AC-670C-466F-83D1-AC6488378025}" type="pres">
      <dgm:prSet presAssocID="{ADC22CB9-53CC-4F46-B117-4D4AC8E923B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2D09615-0469-4A64-9ADE-F7C9EC61A3C0}" type="pres">
      <dgm:prSet presAssocID="{565C9AED-2FCF-41ED-896E-BA7E3C1FF25E}" presName="Accent4" presStyleCnt="0"/>
      <dgm:spPr/>
    </dgm:pt>
    <dgm:pt modelId="{03707AEE-8350-417A-AE6D-DCFB67204CCB}" type="pres">
      <dgm:prSet presAssocID="{565C9AED-2FCF-41ED-896E-BA7E3C1FF25E}" presName="Accent" presStyleLbl="bgShp" presStyleIdx="3" presStyleCnt="6"/>
      <dgm:spPr/>
    </dgm:pt>
    <dgm:pt modelId="{57719039-78C0-478B-B8FD-74FD3FF641B3}" type="pres">
      <dgm:prSet presAssocID="{565C9AED-2FCF-41ED-896E-BA7E3C1FF25E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DD32BB54-2512-4D4A-AE8C-59474186CF78}" type="pres">
      <dgm:prSet presAssocID="{219D80C6-4AE7-4273-A814-CA70670751FB}" presName="Accent5" presStyleCnt="0"/>
      <dgm:spPr/>
    </dgm:pt>
    <dgm:pt modelId="{B2802F04-7DA7-4AA4-979A-C1B53BA3077A}" type="pres">
      <dgm:prSet presAssocID="{219D80C6-4AE7-4273-A814-CA70670751FB}" presName="Accent" presStyleLbl="bgShp" presStyleIdx="4" presStyleCnt="6"/>
      <dgm:spPr/>
    </dgm:pt>
    <dgm:pt modelId="{F24AD47B-9AEF-45E3-9DBF-05C3D6CEE292}" type="pres">
      <dgm:prSet presAssocID="{219D80C6-4AE7-4273-A814-CA70670751FB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B780F04-173A-4A4E-AAA4-6518E3E068EF}" type="pres">
      <dgm:prSet presAssocID="{6B729C36-B4F2-40FD-98BD-DDB65B08E8B2}" presName="Accent6" presStyleCnt="0"/>
      <dgm:spPr/>
    </dgm:pt>
    <dgm:pt modelId="{647822FA-5D32-4960-86B9-A3F25A41830C}" type="pres">
      <dgm:prSet presAssocID="{6B729C36-B4F2-40FD-98BD-DDB65B08E8B2}" presName="Accent" presStyleLbl="bgShp" presStyleIdx="5" presStyleCnt="6"/>
      <dgm:spPr/>
    </dgm:pt>
    <dgm:pt modelId="{D3FAF017-90B7-4ECE-88F2-DD3DB33B6E84}" type="pres">
      <dgm:prSet presAssocID="{6B729C36-B4F2-40FD-98BD-DDB65B08E8B2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8676706-1289-485A-B731-565EF851E574}" srcId="{A5ACD36C-4CC1-4668-832F-8BEEA61E8464}" destId="{ADC22CB9-53CC-4F46-B117-4D4AC8E923B1}" srcOrd="2" destOrd="0" parTransId="{BEDCC6D0-0873-416E-BDD8-441F47D513DC}" sibTransId="{8EA4F0A0-A4A2-41C0-8F89-9D637670FB66}"/>
    <dgm:cxn modelId="{7A682C23-37C0-4A17-9213-B76E20A2ED71}" type="presOf" srcId="{ADC22CB9-53CC-4F46-B117-4D4AC8E923B1}" destId="{EF35F2AC-670C-466F-83D1-AC6488378025}" srcOrd="0" destOrd="0" presId="urn:microsoft.com/office/officeart/2011/layout/HexagonRadial"/>
    <dgm:cxn modelId="{69FF9C30-F247-43F6-96EE-38151AA0BF29}" srcId="{A5ACD36C-4CC1-4668-832F-8BEEA61E8464}" destId="{219D80C6-4AE7-4273-A814-CA70670751FB}" srcOrd="4" destOrd="0" parTransId="{2FA6CAA1-55B9-458A-93E7-797B391F08FC}" sibTransId="{E91FA825-11CA-4823-93F4-C3CBEF63A666}"/>
    <dgm:cxn modelId="{4C9ED360-96C6-4511-87D8-BA29A6DB5DC2}" srcId="{A5ACD36C-4CC1-4668-832F-8BEEA61E8464}" destId="{6B729C36-B4F2-40FD-98BD-DDB65B08E8B2}" srcOrd="5" destOrd="0" parTransId="{FD8B6363-F7A1-4123-AE2D-FED7DD7D6C5B}" sibTransId="{C5EDA674-4C21-49BE-B5E9-24610DB52D50}"/>
    <dgm:cxn modelId="{92ECCD68-C00F-4ADA-B9C2-43550B2B50A2}" srcId="{A5ACD36C-4CC1-4668-832F-8BEEA61E8464}" destId="{565C9AED-2FCF-41ED-896E-BA7E3C1FF25E}" srcOrd="3" destOrd="0" parTransId="{DB1A90BB-4F6A-456E-841F-89CD3A9E575E}" sibTransId="{28E3A961-72DB-40EA-92E1-64A9F3B56CA0}"/>
    <dgm:cxn modelId="{141F7B7A-B923-43FB-9179-76CD1104D892}" type="presOf" srcId="{565C9AED-2FCF-41ED-896E-BA7E3C1FF25E}" destId="{57719039-78C0-478B-B8FD-74FD3FF641B3}" srcOrd="0" destOrd="0" presId="urn:microsoft.com/office/officeart/2011/layout/HexagonRadial"/>
    <dgm:cxn modelId="{D9C6FF7D-8455-40F2-BC23-81B0FBE6F3D3}" srcId="{A5ACD36C-4CC1-4668-832F-8BEEA61E8464}" destId="{79D4190F-06EA-4238-8D63-B225DBC22D6A}" srcOrd="1" destOrd="0" parTransId="{11F1DF19-1687-4C1E-875F-C6C69516EC52}" sibTransId="{934A5BDE-CA80-4BF1-B989-4D891555F600}"/>
    <dgm:cxn modelId="{E19DF396-078F-49B0-8233-C9546419EAC2}" type="presOf" srcId="{075C74AF-032B-4CD1-8B87-93AC79A22266}" destId="{D44C8F0E-9374-4DF1-AC07-52F8350BA5F0}" srcOrd="0" destOrd="0" presId="urn:microsoft.com/office/officeart/2011/layout/HexagonRadial"/>
    <dgm:cxn modelId="{A0CC79AE-8E57-4620-B150-AC3DB4999757}" type="presOf" srcId="{6B729C36-B4F2-40FD-98BD-DDB65B08E8B2}" destId="{D3FAF017-90B7-4ECE-88F2-DD3DB33B6E84}" srcOrd="0" destOrd="0" presId="urn:microsoft.com/office/officeart/2011/layout/HexagonRadial"/>
    <dgm:cxn modelId="{36733FBF-056A-496D-95F9-34E7ECED925C}" type="presOf" srcId="{219D80C6-4AE7-4273-A814-CA70670751FB}" destId="{F24AD47B-9AEF-45E3-9DBF-05C3D6CEE292}" srcOrd="0" destOrd="0" presId="urn:microsoft.com/office/officeart/2011/layout/HexagonRadial"/>
    <dgm:cxn modelId="{D02764CD-7C88-4351-AEF0-0EF272381513}" type="presOf" srcId="{79D4190F-06EA-4238-8D63-B225DBC22D6A}" destId="{E49CC2E0-27B6-454B-B3A2-6B53ADFA8A60}" srcOrd="0" destOrd="0" presId="urn:microsoft.com/office/officeart/2011/layout/HexagonRadial"/>
    <dgm:cxn modelId="{F168B2CF-4723-4430-95AD-A93F49C8318A}" srcId="{A5ACD36C-4CC1-4668-832F-8BEEA61E8464}" destId="{075C74AF-032B-4CD1-8B87-93AC79A22266}" srcOrd="0" destOrd="0" parTransId="{386B149C-A43F-48F2-862B-2C1917BB7AC1}" sibTransId="{F78D6DEC-A47B-4BF1-92A5-19F5527CFA5C}"/>
    <dgm:cxn modelId="{031E02D9-507C-4C8D-AE29-2D33D493A032}" type="presOf" srcId="{CE3E63D8-A91F-4AE6-94AD-FA3A0C23DA31}" destId="{36BAE0C3-EA2B-4134-8B54-00E408D55252}" srcOrd="0" destOrd="0" presId="urn:microsoft.com/office/officeart/2011/layout/HexagonRadial"/>
    <dgm:cxn modelId="{14965DE5-53A1-4ED2-B656-39D5D9DD4EFA}" srcId="{CE3E63D8-A91F-4AE6-94AD-FA3A0C23DA31}" destId="{A5ACD36C-4CC1-4668-832F-8BEEA61E8464}" srcOrd="0" destOrd="0" parTransId="{AFEB5346-44D9-4DBC-9AFD-6C89D0A996E0}" sibTransId="{5328B45A-E2B3-464C-B5AF-D980455F6615}"/>
    <dgm:cxn modelId="{DD3214F9-3012-418E-B91C-05F99F0EFD0A}" type="presOf" srcId="{A5ACD36C-4CC1-4668-832F-8BEEA61E8464}" destId="{2AAE7810-A184-4DFE-BEC6-B067B3BC3AE9}" srcOrd="0" destOrd="0" presId="urn:microsoft.com/office/officeart/2011/layout/HexagonRadial"/>
    <dgm:cxn modelId="{802ADF56-7A15-4A1C-AA63-461BDACFA200}" type="presParOf" srcId="{36BAE0C3-EA2B-4134-8B54-00E408D55252}" destId="{2AAE7810-A184-4DFE-BEC6-B067B3BC3AE9}" srcOrd="0" destOrd="0" presId="urn:microsoft.com/office/officeart/2011/layout/HexagonRadial"/>
    <dgm:cxn modelId="{0D5770F3-28A2-4A59-9E04-512D718F5416}" type="presParOf" srcId="{36BAE0C3-EA2B-4134-8B54-00E408D55252}" destId="{BA77D7C7-1F0A-4C1A-BBC0-9FA8A3B3FA58}" srcOrd="1" destOrd="0" presId="urn:microsoft.com/office/officeart/2011/layout/HexagonRadial"/>
    <dgm:cxn modelId="{56CC6D43-5C8F-40C2-B4A7-BF6ED1C179C5}" type="presParOf" srcId="{BA77D7C7-1F0A-4C1A-BBC0-9FA8A3B3FA58}" destId="{BD3DC8A6-D67E-4E20-A820-BFD8D3D5CFCE}" srcOrd="0" destOrd="0" presId="urn:microsoft.com/office/officeart/2011/layout/HexagonRadial"/>
    <dgm:cxn modelId="{311D10B9-4C74-449A-990E-1BD0687C098E}" type="presParOf" srcId="{36BAE0C3-EA2B-4134-8B54-00E408D55252}" destId="{D44C8F0E-9374-4DF1-AC07-52F8350BA5F0}" srcOrd="2" destOrd="0" presId="urn:microsoft.com/office/officeart/2011/layout/HexagonRadial"/>
    <dgm:cxn modelId="{534DC533-046B-498B-9962-655B95A8AC36}" type="presParOf" srcId="{36BAE0C3-EA2B-4134-8B54-00E408D55252}" destId="{9C4DE3E8-4BF5-40B1-888D-8793933738A1}" srcOrd="3" destOrd="0" presId="urn:microsoft.com/office/officeart/2011/layout/HexagonRadial"/>
    <dgm:cxn modelId="{1B596567-79B3-4765-BB01-123B67B36A5C}" type="presParOf" srcId="{9C4DE3E8-4BF5-40B1-888D-8793933738A1}" destId="{42AA6BF5-236E-490C-A969-626BE6E4BB9C}" srcOrd="0" destOrd="0" presId="urn:microsoft.com/office/officeart/2011/layout/HexagonRadial"/>
    <dgm:cxn modelId="{20AD453C-9149-4AD4-97C7-57E4349E2C41}" type="presParOf" srcId="{36BAE0C3-EA2B-4134-8B54-00E408D55252}" destId="{E49CC2E0-27B6-454B-B3A2-6B53ADFA8A60}" srcOrd="4" destOrd="0" presId="urn:microsoft.com/office/officeart/2011/layout/HexagonRadial"/>
    <dgm:cxn modelId="{25380444-7584-44C3-A6F9-6CF9DA613EEF}" type="presParOf" srcId="{36BAE0C3-EA2B-4134-8B54-00E408D55252}" destId="{76EBFD2C-15F4-4BD1-AB19-AA4BFE0FAF2D}" srcOrd="5" destOrd="0" presId="urn:microsoft.com/office/officeart/2011/layout/HexagonRadial"/>
    <dgm:cxn modelId="{6A6AA520-8AAC-44DD-AEEB-E6EC321F6D40}" type="presParOf" srcId="{76EBFD2C-15F4-4BD1-AB19-AA4BFE0FAF2D}" destId="{4606A68C-1459-45FD-A926-BEF51B3F9A16}" srcOrd="0" destOrd="0" presId="urn:microsoft.com/office/officeart/2011/layout/HexagonRadial"/>
    <dgm:cxn modelId="{E333B914-DD2F-4BCC-BD6A-26058FAA258D}" type="presParOf" srcId="{36BAE0C3-EA2B-4134-8B54-00E408D55252}" destId="{EF35F2AC-670C-466F-83D1-AC6488378025}" srcOrd="6" destOrd="0" presId="urn:microsoft.com/office/officeart/2011/layout/HexagonRadial"/>
    <dgm:cxn modelId="{CB520ABA-FA87-48C3-89D5-7DFB75A2DEE8}" type="presParOf" srcId="{36BAE0C3-EA2B-4134-8B54-00E408D55252}" destId="{A2D09615-0469-4A64-9ADE-F7C9EC61A3C0}" srcOrd="7" destOrd="0" presId="urn:microsoft.com/office/officeart/2011/layout/HexagonRadial"/>
    <dgm:cxn modelId="{35CF1E8F-0F37-46AB-BCBA-DC0635C6548D}" type="presParOf" srcId="{A2D09615-0469-4A64-9ADE-F7C9EC61A3C0}" destId="{03707AEE-8350-417A-AE6D-DCFB67204CCB}" srcOrd="0" destOrd="0" presId="urn:microsoft.com/office/officeart/2011/layout/HexagonRadial"/>
    <dgm:cxn modelId="{4D0F138E-FE81-43D9-B7B5-5A88974F6905}" type="presParOf" srcId="{36BAE0C3-EA2B-4134-8B54-00E408D55252}" destId="{57719039-78C0-478B-B8FD-74FD3FF641B3}" srcOrd="8" destOrd="0" presId="urn:microsoft.com/office/officeart/2011/layout/HexagonRadial"/>
    <dgm:cxn modelId="{DDC546E7-AFC6-4844-9B0D-1EB868832D8C}" type="presParOf" srcId="{36BAE0C3-EA2B-4134-8B54-00E408D55252}" destId="{DD32BB54-2512-4D4A-AE8C-59474186CF78}" srcOrd="9" destOrd="0" presId="urn:microsoft.com/office/officeart/2011/layout/HexagonRadial"/>
    <dgm:cxn modelId="{BD10DD80-618E-4786-B1EC-31782DF993FD}" type="presParOf" srcId="{DD32BB54-2512-4D4A-AE8C-59474186CF78}" destId="{B2802F04-7DA7-4AA4-979A-C1B53BA3077A}" srcOrd="0" destOrd="0" presId="urn:microsoft.com/office/officeart/2011/layout/HexagonRadial"/>
    <dgm:cxn modelId="{EA4A4A01-B8FA-4B13-9CD9-5CAC3C2E4569}" type="presParOf" srcId="{36BAE0C3-EA2B-4134-8B54-00E408D55252}" destId="{F24AD47B-9AEF-45E3-9DBF-05C3D6CEE292}" srcOrd="10" destOrd="0" presId="urn:microsoft.com/office/officeart/2011/layout/HexagonRadial"/>
    <dgm:cxn modelId="{CCA41BB9-7944-4A8C-9653-C5041C566BD9}" type="presParOf" srcId="{36BAE0C3-EA2B-4134-8B54-00E408D55252}" destId="{FB780F04-173A-4A4E-AAA4-6518E3E068EF}" srcOrd="11" destOrd="0" presId="urn:microsoft.com/office/officeart/2011/layout/HexagonRadial"/>
    <dgm:cxn modelId="{7AD85AF6-E576-43C2-82B2-B0455C16D4B7}" type="presParOf" srcId="{FB780F04-173A-4A4E-AAA4-6518E3E068EF}" destId="{647822FA-5D32-4960-86B9-A3F25A41830C}" srcOrd="0" destOrd="0" presId="urn:microsoft.com/office/officeart/2011/layout/HexagonRadial"/>
    <dgm:cxn modelId="{EDAE74AD-6EC3-4606-B8F7-169AF294689B}" type="presParOf" srcId="{36BAE0C3-EA2B-4134-8B54-00E408D55252}" destId="{D3FAF017-90B7-4ECE-88F2-DD3DB33B6E84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3E63D8-A91F-4AE6-94AD-FA3A0C23DA31}" type="doc">
      <dgm:prSet loTypeId="urn:microsoft.com/office/officeart/2011/layout/HexagonRadial" loCatId="cycle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ACD36C-4CC1-4668-832F-8BEEA61E8464}">
      <dgm:prSet phldrT="[Text]"/>
      <dgm:spPr/>
      <dgm:t>
        <a:bodyPr/>
        <a:lstStyle/>
        <a:p>
          <a:r>
            <a:rPr lang="en-US" b="1"/>
            <a:t>Prepare</a:t>
          </a:r>
          <a:endParaRPr lang="en-US" b="1" dirty="0"/>
        </a:p>
      </dgm:t>
    </dgm:pt>
    <dgm:pt modelId="{AFEB5346-44D9-4DBC-9AFD-6C89D0A996E0}" type="parTrans" cxnId="{14965DE5-53A1-4ED2-B656-39D5D9DD4EFA}">
      <dgm:prSet/>
      <dgm:spPr/>
      <dgm:t>
        <a:bodyPr/>
        <a:lstStyle/>
        <a:p>
          <a:endParaRPr lang="en-US"/>
        </a:p>
      </dgm:t>
    </dgm:pt>
    <dgm:pt modelId="{5328B45A-E2B3-464C-B5AF-D980455F6615}" type="sibTrans" cxnId="{14965DE5-53A1-4ED2-B656-39D5D9DD4EFA}">
      <dgm:prSet/>
      <dgm:spPr/>
      <dgm:t>
        <a:bodyPr/>
        <a:lstStyle/>
        <a:p>
          <a:endParaRPr lang="en-US"/>
        </a:p>
      </dgm:t>
    </dgm:pt>
    <dgm:pt modelId="{075C74AF-032B-4CD1-8B87-93AC79A22266}">
      <dgm:prSet phldrT="[Text]"/>
      <dgm:spPr/>
      <dgm:t>
        <a:bodyPr/>
        <a:lstStyle/>
        <a:p>
          <a:r>
            <a:rPr lang="en-US" b="1"/>
            <a:t>Categorize</a:t>
          </a:r>
          <a:endParaRPr lang="en-US" b="1" dirty="0"/>
        </a:p>
      </dgm:t>
    </dgm:pt>
    <dgm:pt modelId="{386B149C-A43F-48F2-862B-2C1917BB7AC1}" type="parTrans" cxnId="{F168B2CF-4723-4430-95AD-A93F49C8318A}">
      <dgm:prSet/>
      <dgm:spPr/>
      <dgm:t>
        <a:bodyPr/>
        <a:lstStyle/>
        <a:p>
          <a:endParaRPr lang="en-US"/>
        </a:p>
      </dgm:t>
    </dgm:pt>
    <dgm:pt modelId="{F78D6DEC-A47B-4BF1-92A5-19F5527CFA5C}" type="sibTrans" cxnId="{F168B2CF-4723-4430-95AD-A93F49C8318A}">
      <dgm:prSet/>
      <dgm:spPr/>
      <dgm:t>
        <a:bodyPr/>
        <a:lstStyle/>
        <a:p>
          <a:endParaRPr lang="en-US"/>
        </a:p>
      </dgm:t>
    </dgm:pt>
    <dgm:pt modelId="{79D4190F-06EA-4238-8D63-B225DBC22D6A}">
      <dgm:prSet phldrT="[Text]"/>
      <dgm:spPr/>
      <dgm:t>
        <a:bodyPr/>
        <a:lstStyle/>
        <a:p>
          <a:r>
            <a:rPr lang="en-US" b="1"/>
            <a:t>Select</a:t>
          </a:r>
          <a:endParaRPr lang="en-US" b="1" dirty="0"/>
        </a:p>
      </dgm:t>
    </dgm:pt>
    <dgm:pt modelId="{11F1DF19-1687-4C1E-875F-C6C69516EC52}" type="parTrans" cxnId="{D9C6FF7D-8455-40F2-BC23-81B0FBE6F3D3}">
      <dgm:prSet/>
      <dgm:spPr/>
      <dgm:t>
        <a:bodyPr/>
        <a:lstStyle/>
        <a:p>
          <a:endParaRPr lang="en-US"/>
        </a:p>
      </dgm:t>
    </dgm:pt>
    <dgm:pt modelId="{934A5BDE-CA80-4BF1-B989-4D891555F600}" type="sibTrans" cxnId="{D9C6FF7D-8455-40F2-BC23-81B0FBE6F3D3}">
      <dgm:prSet/>
      <dgm:spPr/>
      <dgm:t>
        <a:bodyPr/>
        <a:lstStyle/>
        <a:p>
          <a:endParaRPr lang="en-US"/>
        </a:p>
      </dgm:t>
    </dgm:pt>
    <dgm:pt modelId="{ADC22CB9-53CC-4F46-B117-4D4AC8E923B1}">
      <dgm:prSet phldrT="[Text]"/>
      <dgm:spPr/>
      <dgm:t>
        <a:bodyPr/>
        <a:lstStyle/>
        <a:p>
          <a:r>
            <a:rPr lang="en-US" b="1"/>
            <a:t>Implement</a:t>
          </a:r>
          <a:endParaRPr lang="en-US" b="1" dirty="0"/>
        </a:p>
      </dgm:t>
    </dgm:pt>
    <dgm:pt modelId="{BEDCC6D0-0873-416E-BDD8-441F47D513DC}" type="parTrans" cxnId="{58676706-1289-485A-B731-565EF851E574}">
      <dgm:prSet/>
      <dgm:spPr/>
      <dgm:t>
        <a:bodyPr/>
        <a:lstStyle/>
        <a:p>
          <a:endParaRPr lang="en-US"/>
        </a:p>
      </dgm:t>
    </dgm:pt>
    <dgm:pt modelId="{8EA4F0A0-A4A2-41C0-8F89-9D637670FB66}" type="sibTrans" cxnId="{58676706-1289-485A-B731-565EF851E574}">
      <dgm:prSet/>
      <dgm:spPr/>
      <dgm:t>
        <a:bodyPr/>
        <a:lstStyle/>
        <a:p>
          <a:endParaRPr lang="en-US"/>
        </a:p>
      </dgm:t>
    </dgm:pt>
    <dgm:pt modelId="{565C9AED-2FCF-41ED-896E-BA7E3C1FF25E}">
      <dgm:prSet phldrT="[Text]"/>
      <dgm:spPr/>
      <dgm:t>
        <a:bodyPr/>
        <a:lstStyle/>
        <a:p>
          <a:r>
            <a:rPr lang="en-US" b="1"/>
            <a:t>Assess</a:t>
          </a:r>
          <a:endParaRPr lang="en-US" b="1" dirty="0"/>
        </a:p>
      </dgm:t>
    </dgm:pt>
    <dgm:pt modelId="{DB1A90BB-4F6A-456E-841F-89CD3A9E575E}" type="parTrans" cxnId="{92ECCD68-C00F-4ADA-B9C2-43550B2B50A2}">
      <dgm:prSet/>
      <dgm:spPr/>
      <dgm:t>
        <a:bodyPr/>
        <a:lstStyle/>
        <a:p>
          <a:endParaRPr lang="en-US"/>
        </a:p>
      </dgm:t>
    </dgm:pt>
    <dgm:pt modelId="{28E3A961-72DB-40EA-92E1-64A9F3B56CA0}" type="sibTrans" cxnId="{92ECCD68-C00F-4ADA-B9C2-43550B2B50A2}">
      <dgm:prSet/>
      <dgm:spPr/>
      <dgm:t>
        <a:bodyPr/>
        <a:lstStyle/>
        <a:p>
          <a:endParaRPr lang="en-US"/>
        </a:p>
      </dgm:t>
    </dgm:pt>
    <dgm:pt modelId="{219D80C6-4AE7-4273-A814-CA70670751FB}">
      <dgm:prSet phldrT="[Text]"/>
      <dgm:spPr/>
      <dgm:t>
        <a:bodyPr/>
        <a:lstStyle/>
        <a:p>
          <a:r>
            <a:rPr lang="en-US" b="1"/>
            <a:t>Authorize</a:t>
          </a:r>
          <a:endParaRPr lang="en-US" b="1" dirty="0"/>
        </a:p>
      </dgm:t>
    </dgm:pt>
    <dgm:pt modelId="{2FA6CAA1-55B9-458A-93E7-797B391F08FC}" type="parTrans" cxnId="{69FF9C30-F247-43F6-96EE-38151AA0BF29}">
      <dgm:prSet/>
      <dgm:spPr/>
      <dgm:t>
        <a:bodyPr/>
        <a:lstStyle/>
        <a:p>
          <a:endParaRPr lang="en-US"/>
        </a:p>
      </dgm:t>
    </dgm:pt>
    <dgm:pt modelId="{E91FA825-11CA-4823-93F4-C3CBEF63A666}" type="sibTrans" cxnId="{69FF9C30-F247-43F6-96EE-38151AA0BF29}">
      <dgm:prSet/>
      <dgm:spPr/>
      <dgm:t>
        <a:bodyPr/>
        <a:lstStyle/>
        <a:p>
          <a:endParaRPr lang="en-US"/>
        </a:p>
      </dgm:t>
    </dgm:pt>
    <dgm:pt modelId="{6B729C36-B4F2-40FD-98BD-DDB65B08E8B2}">
      <dgm:prSet phldrT="[Text]"/>
      <dgm:spPr/>
      <dgm:t>
        <a:bodyPr/>
        <a:lstStyle/>
        <a:p>
          <a:r>
            <a:rPr lang="en-US" b="1"/>
            <a:t>Monitor</a:t>
          </a:r>
          <a:endParaRPr lang="en-US" b="1" dirty="0"/>
        </a:p>
      </dgm:t>
    </dgm:pt>
    <dgm:pt modelId="{FD8B6363-F7A1-4123-AE2D-FED7DD7D6C5B}" type="parTrans" cxnId="{4C9ED360-96C6-4511-87D8-BA29A6DB5DC2}">
      <dgm:prSet/>
      <dgm:spPr/>
      <dgm:t>
        <a:bodyPr/>
        <a:lstStyle/>
        <a:p>
          <a:endParaRPr lang="en-US"/>
        </a:p>
      </dgm:t>
    </dgm:pt>
    <dgm:pt modelId="{C5EDA674-4C21-49BE-B5E9-24610DB52D50}" type="sibTrans" cxnId="{4C9ED360-96C6-4511-87D8-BA29A6DB5DC2}">
      <dgm:prSet/>
      <dgm:spPr/>
      <dgm:t>
        <a:bodyPr/>
        <a:lstStyle/>
        <a:p>
          <a:endParaRPr lang="en-US"/>
        </a:p>
      </dgm:t>
    </dgm:pt>
    <dgm:pt modelId="{36BAE0C3-EA2B-4134-8B54-00E408D55252}" type="pres">
      <dgm:prSet presAssocID="{CE3E63D8-A91F-4AE6-94AD-FA3A0C23DA3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AAE7810-A184-4DFE-BEC6-B067B3BC3AE9}" type="pres">
      <dgm:prSet presAssocID="{A5ACD36C-4CC1-4668-832F-8BEEA61E8464}" presName="Parent" presStyleLbl="node0" presStyleIdx="0" presStyleCnt="1">
        <dgm:presLayoutVars>
          <dgm:chMax val="6"/>
          <dgm:chPref val="6"/>
        </dgm:presLayoutVars>
      </dgm:prSet>
      <dgm:spPr/>
    </dgm:pt>
    <dgm:pt modelId="{BA77D7C7-1F0A-4C1A-BBC0-9FA8A3B3FA58}" type="pres">
      <dgm:prSet presAssocID="{075C74AF-032B-4CD1-8B87-93AC79A22266}" presName="Accent1" presStyleCnt="0"/>
      <dgm:spPr/>
    </dgm:pt>
    <dgm:pt modelId="{BD3DC8A6-D67E-4E20-A820-BFD8D3D5CFCE}" type="pres">
      <dgm:prSet presAssocID="{075C74AF-032B-4CD1-8B87-93AC79A22266}" presName="Accent" presStyleLbl="bgShp" presStyleIdx="0" presStyleCnt="6"/>
      <dgm:spPr/>
    </dgm:pt>
    <dgm:pt modelId="{D44C8F0E-9374-4DF1-AC07-52F8350BA5F0}" type="pres">
      <dgm:prSet presAssocID="{075C74AF-032B-4CD1-8B87-93AC79A2226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C4DE3E8-4BF5-40B1-888D-8793933738A1}" type="pres">
      <dgm:prSet presAssocID="{79D4190F-06EA-4238-8D63-B225DBC22D6A}" presName="Accent2" presStyleCnt="0"/>
      <dgm:spPr/>
    </dgm:pt>
    <dgm:pt modelId="{42AA6BF5-236E-490C-A969-626BE6E4BB9C}" type="pres">
      <dgm:prSet presAssocID="{79D4190F-06EA-4238-8D63-B225DBC22D6A}" presName="Accent" presStyleLbl="bgShp" presStyleIdx="1" presStyleCnt="6"/>
      <dgm:spPr/>
    </dgm:pt>
    <dgm:pt modelId="{E49CC2E0-27B6-454B-B3A2-6B53ADFA8A60}" type="pres">
      <dgm:prSet presAssocID="{79D4190F-06EA-4238-8D63-B225DBC22D6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76EBFD2C-15F4-4BD1-AB19-AA4BFE0FAF2D}" type="pres">
      <dgm:prSet presAssocID="{ADC22CB9-53CC-4F46-B117-4D4AC8E923B1}" presName="Accent3" presStyleCnt="0"/>
      <dgm:spPr/>
    </dgm:pt>
    <dgm:pt modelId="{4606A68C-1459-45FD-A926-BEF51B3F9A16}" type="pres">
      <dgm:prSet presAssocID="{ADC22CB9-53CC-4F46-B117-4D4AC8E923B1}" presName="Accent" presStyleLbl="bgShp" presStyleIdx="2" presStyleCnt="6"/>
      <dgm:spPr/>
    </dgm:pt>
    <dgm:pt modelId="{EF35F2AC-670C-466F-83D1-AC6488378025}" type="pres">
      <dgm:prSet presAssocID="{ADC22CB9-53CC-4F46-B117-4D4AC8E923B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2D09615-0469-4A64-9ADE-F7C9EC61A3C0}" type="pres">
      <dgm:prSet presAssocID="{565C9AED-2FCF-41ED-896E-BA7E3C1FF25E}" presName="Accent4" presStyleCnt="0"/>
      <dgm:spPr/>
    </dgm:pt>
    <dgm:pt modelId="{03707AEE-8350-417A-AE6D-DCFB67204CCB}" type="pres">
      <dgm:prSet presAssocID="{565C9AED-2FCF-41ED-896E-BA7E3C1FF25E}" presName="Accent" presStyleLbl="bgShp" presStyleIdx="3" presStyleCnt="6"/>
      <dgm:spPr/>
    </dgm:pt>
    <dgm:pt modelId="{57719039-78C0-478B-B8FD-74FD3FF641B3}" type="pres">
      <dgm:prSet presAssocID="{565C9AED-2FCF-41ED-896E-BA7E3C1FF25E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DD32BB54-2512-4D4A-AE8C-59474186CF78}" type="pres">
      <dgm:prSet presAssocID="{219D80C6-4AE7-4273-A814-CA70670751FB}" presName="Accent5" presStyleCnt="0"/>
      <dgm:spPr/>
    </dgm:pt>
    <dgm:pt modelId="{B2802F04-7DA7-4AA4-979A-C1B53BA3077A}" type="pres">
      <dgm:prSet presAssocID="{219D80C6-4AE7-4273-A814-CA70670751FB}" presName="Accent" presStyleLbl="bgShp" presStyleIdx="4" presStyleCnt="6"/>
      <dgm:spPr/>
    </dgm:pt>
    <dgm:pt modelId="{F24AD47B-9AEF-45E3-9DBF-05C3D6CEE292}" type="pres">
      <dgm:prSet presAssocID="{219D80C6-4AE7-4273-A814-CA70670751FB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B780F04-173A-4A4E-AAA4-6518E3E068EF}" type="pres">
      <dgm:prSet presAssocID="{6B729C36-B4F2-40FD-98BD-DDB65B08E8B2}" presName="Accent6" presStyleCnt="0"/>
      <dgm:spPr/>
    </dgm:pt>
    <dgm:pt modelId="{647822FA-5D32-4960-86B9-A3F25A41830C}" type="pres">
      <dgm:prSet presAssocID="{6B729C36-B4F2-40FD-98BD-DDB65B08E8B2}" presName="Accent" presStyleLbl="bgShp" presStyleIdx="5" presStyleCnt="6"/>
      <dgm:spPr/>
    </dgm:pt>
    <dgm:pt modelId="{D3FAF017-90B7-4ECE-88F2-DD3DB33B6E84}" type="pres">
      <dgm:prSet presAssocID="{6B729C36-B4F2-40FD-98BD-DDB65B08E8B2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8676706-1289-485A-B731-565EF851E574}" srcId="{A5ACD36C-4CC1-4668-832F-8BEEA61E8464}" destId="{ADC22CB9-53CC-4F46-B117-4D4AC8E923B1}" srcOrd="2" destOrd="0" parTransId="{BEDCC6D0-0873-416E-BDD8-441F47D513DC}" sibTransId="{8EA4F0A0-A4A2-41C0-8F89-9D637670FB66}"/>
    <dgm:cxn modelId="{7A682C23-37C0-4A17-9213-B76E20A2ED71}" type="presOf" srcId="{ADC22CB9-53CC-4F46-B117-4D4AC8E923B1}" destId="{EF35F2AC-670C-466F-83D1-AC6488378025}" srcOrd="0" destOrd="0" presId="urn:microsoft.com/office/officeart/2011/layout/HexagonRadial"/>
    <dgm:cxn modelId="{69FF9C30-F247-43F6-96EE-38151AA0BF29}" srcId="{A5ACD36C-4CC1-4668-832F-8BEEA61E8464}" destId="{219D80C6-4AE7-4273-A814-CA70670751FB}" srcOrd="4" destOrd="0" parTransId="{2FA6CAA1-55B9-458A-93E7-797B391F08FC}" sibTransId="{E91FA825-11CA-4823-93F4-C3CBEF63A666}"/>
    <dgm:cxn modelId="{4C9ED360-96C6-4511-87D8-BA29A6DB5DC2}" srcId="{A5ACD36C-4CC1-4668-832F-8BEEA61E8464}" destId="{6B729C36-B4F2-40FD-98BD-DDB65B08E8B2}" srcOrd="5" destOrd="0" parTransId="{FD8B6363-F7A1-4123-AE2D-FED7DD7D6C5B}" sibTransId="{C5EDA674-4C21-49BE-B5E9-24610DB52D50}"/>
    <dgm:cxn modelId="{92ECCD68-C00F-4ADA-B9C2-43550B2B50A2}" srcId="{A5ACD36C-4CC1-4668-832F-8BEEA61E8464}" destId="{565C9AED-2FCF-41ED-896E-BA7E3C1FF25E}" srcOrd="3" destOrd="0" parTransId="{DB1A90BB-4F6A-456E-841F-89CD3A9E575E}" sibTransId="{28E3A961-72DB-40EA-92E1-64A9F3B56CA0}"/>
    <dgm:cxn modelId="{141F7B7A-B923-43FB-9179-76CD1104D892}" type="presOf" srcId="{565C9AED-2FCF-41ED-896E-BA7E3C1FF25E}" destId="{57719039-78C0-478B-B8FD-74FD3FF641B3}" srcOrd="0" destOrd="0" presId="urn:microsoft.com/office/officeart/2011/layout/HexagonRadial"/>
    <dgm:cxn modelId="{D9C6FF7D-8455-40F2-BC23-81B0FBE6F3D3}" srcId="{A5ACD36C-4CC1-4668-832F-8BEEA61E8464}" destId="{79D4190F-06EA-4238-8D63-B225DBC22D6A}" srcOrd="1" destOrd="0" parTransId="{11F1DF19-1687-4C1E-875F-C6C69516EC52}" sibTransId="{934A5BDE-CA80-4BF1-B989-4D891555F600}"/>
    <dgm:cxn modelId="{E19DF396-078F-49B0-8233-C9546419EAC2}" type="presOf" srcId="{075C74AF-032B-4CD1-8B87-93AC79A22266}" destId="{D44C8F0E-9374-4DF1-AC07-52F8350BA5F0}" srcOrd="0" destOrd="0" presId="urn:microsoft.com/office/officeart/2011/layout/HexagonRadial"/>
    <dgm:cxn modelId="{A0CC79AE-8E57-4620-B150-AC3DB4999757}" type="presOf" srcId="{6B729C36-B4F2-40FD-98BD-DDB65B08E8B2}" destId="{D3FAF017-90B7-4ECE-88F2-DD3DB33B6E84}" srcOrd="0" destOrd="0" presId="urn:microsoft.com/office/officeart/2011/layout/HexagonRadial"/>
    <dgm:cxn modelId="{36733FBF-056A-496D-95F9-34E7ECED925C}" type="presOf" srcId="{219D80C6-4AE7-4273-A814-CA70670751FB}" destId="{F24AD47B-9AEF-45E3-9DBF-05C3D6CEE292}" srcOrd="0" destOrd="0" presId="urn:microsoft.com/office/officeart/2011/layout/HexagonRadial"/>
    <dgm:cxn modelId="{D02764CD-7C88-4351-AEF0-0EF272381513}" type="presOf" srcId="{79D4190F-06EA-4238-8D63-B225DBC22D6A}" destId="{E49CC2E0-27B6-454B-B3A2-6B53ADFA8A60}" srcOrd="0" destOrd="0" presId="urn:microsoft.com/office/officeart/2011/layout/HexagonRadial"/>
    <dgm:cxn modelId="{F168B2CF-4723-4430-95AD-A93F49C8318A}" srcId="{A5ACD36C-4CC1-4668-832F-8BEEA61E8464}" destId="{075C74AF-032B-4CD1-8B87-93AC79A22266}" srcOrd="0" destOrd="0" parTransId="{386B149C-A43F-48F2-862B-2C1917BB7AC1}" sibTransId="{F78D6DEC-A47B-4BF1-92A5-19F5527CFA5C}"/>
    <dgm:cxn modelId="{031E02D9-507C-4C8D-AE29-2D33D493A032}" type="presOf" srcId="{CE3E63D8-A91F-4AE6-94AD-FA3A0C23DA31}" destId="{36BAE0C3-EA2B-4134-8B54-00E408D55252}" srcOrd="0" destOrd="0" presId="urn:microsoft.com/office/officeart/2011/layout/HexagonRadial"/>
    <dgm:cxn modelId="{14965DE5-53A1-4ED2-B656-39D5D9DD4EFA}" srcId="{CE3E63D8-A91F-4AE6-94AD-FA3A0C23DA31}" destId="{A5ACD36C-4CC1-4668-832F-8BEEA61E8464}" srcOrd="0" destOrd="0" parTransId="{AFEB5346-44D9-4DBC-9AFD-6C89D0A996E0}" sibTransId="{5328B45A-E2B3-464C-B5AF-D980455F6615}"/>
    <dgm:cxn modelId="{DD3214F9-3012-418E-B91C-05F99F0EFD0A}" type="presOf" srcId="{A5ACD36C-4CC1-4668-832F-8BEEA61E8464}" destId="{2AAE7810-A184-4DFE-BEC6-B067B3BC3AE9}" srcOrd="0" destOrd="0" presId="urn:microsoft.com/office/officeart/2011/layout/HexagonRadial"/>
    <dgm:cxn modelId="{802ADF56-7A15-4A1C-AA63-461BDACFA200}" type="presParOf" srcId="{36BAE0C3-EA2B-4134-8B54-00E408D55252}" destId="{2AAE7810-A184-4DFE-BEC6-B067B3BC3AE9}" srcOrd="0" destOrd="0" presId="urn:microsoft.com/office/officeart/2011/layout/HexagonRadial"/>
    <dgm:cxn modelId="{0D5770F3-28A2-4A59-9E04-512D718F5416}" type="presParOf" srcId="{36BAE0C3-EA2B-4134-8B54-00E408D55252}" destId="{BA77D7C7-1F0A-4C1A-BBC0-9FA8A3B3FA58}" srcOrd="1" destOrd="0" presId="urn:microsoft.com/office/officeart/2011/layout/HexagonRadial"/>
    <dgm:cxn modelId="{56CC6D43-5C8F-40C2-B4A7-BF6ED1C179C5}" type="presParOf" srcId="{BA77D7C7-1F0A-4C1A-BBC0-9FA8A3B3FA58}" destId="{BD3DC8A6-D67E-4E20-A820-BFD8D3D5CFCE}" srcOrd="0" destOrd="0" presId="urn:microsoft.com/office/officeart/2011/layout/HexagonRadial"/>
    <dgm:cxn modelId="{311D10B9-4C74-449A-990E-1BD0687C098E}" type="presParOf" srcId="{36BAE0C3-EA2B-4134-8B54-00E408D55252}" destId="{D44C8F0E-9374-4DF1-AC07-52F8350BA5F0}" srcOrd="2" destOrd="0" presId="urn:microsoft.com/office/officeart/2011/layout/HexagonRadial"/>
    <dgm:cxn modelId="{534DC533-046B-498B-9962-655B95A8AC36}" type="presParOf" srcId="{36BAE0C3-EA2B-4134-8B54-00E408D55252}" destId="{9C4DE3E8-4BF5-40B1-888D-8793933738A1}" srcOrd="3" destOrd="0" presId="urn:microsoft.com/office/officeart/2011/layout/HexagonRadial"/>
    <dgm:cxn modelId="{1B596567-79B3-4765-BB01-123B67B36A5C}" type="presParOf" srcId="{9C4DE3E8-4BF5-40B1-888D-8793933738A1}" destId="{42AA6BF5-236E-490C-A969-626BE6E4BB9C}" srcOrd="0" destOrd="0" presId="urn:microsoft.com/office/officeart/2011/layout/HexagonRadial"/>
    <dgm:cxn modelId="{20AD453C-9149-4AD4-97C7-57E4349E2C41}" type="presParOf" srcId="{36BAE0C3-EA2B-4134-8B54-00E408D55252}" destId="{E49CC2E0-27B6-454B-B3A2-6B53ADFA8A60}" srcOrd="4" destOrd="0" presId="urn:microsoft.com/office/officeart/2011/layout/HexagonRadial"/>
    <dgm:cxn modelId="{25380444-7584-44C3-A6F9-6CF9DA613EEF}" type="presParOf" srcId="{36BAE0C3-EA2B-4134-8B54-00E408D55252}" destId="{76EBFD2C-15F4-4BD1-AB19-AA4BFE0FAF2D}" srcOrd="5" destOrd="0" presId="urn:microsoft.com/office/officeart/2011/layout/HexagonRadial"/>
    <dgm:cxn modelId="{6A6AA520-8AAC-44DD-AEEB-E6EC321F6D40}" type="presParOf" srcId="{76EBFD2C-15F4-4BD1-AB19-AA4BFE0FAF2D}" destId="{4606A68C-1459-45FD-A926-BEF51B3F9A16}" srcOrd="0" destOrd="0" presId="urn:microsoft.com/office/officeart/2011/layout/HexagonRadial"/>
    <dgm:cxn modelId="{E333B914-DD2F-4BCC-BD6A-26058FAA258D}" type="presParOf" srcId="{36BAE0C3-EA2B-4134-8B54-00E408D55252}" destId="{EF35F2AC-670C-466F-83D1-AC6488378025}" srcOrd="6" destOrd="0" presId="urn:microsoft.com/office/officeart/2011/layout/HexagonRadial"/>
    <dgm:cxn modelId="{CB520ABA-FA87-48C3-89D5-7DFB75A2DEE8}" type="presParOf" srcId="{36BAE0C3-EA2B-4134-8B54-00E408D55252}" destId="{A2D09615-0469-4A64-9ADE-F7C9EC61A3C0}" srcOrd="7" destOrd="0" presId="urn:microsoft.com/office/officeart/2011/layout/HexagonRadial"/>
    <dgm:cxn modelId="{35CF1E8F-0F37-46AB-BCBA-DC0635C6548D}" type="presParOf" srcId="{A2D09615-0469-4A64-9ADE-F7C9EC61A3C0}" destId="{03707AEE-8350-417A-AE6D-DCFB67204CCB}" srcOrd="0" destOrd="0" presId="urn:microsoft.com/office/officeart/2011/layout/HexagonRadial"/>
    <dgm:cxn modelId="{4D0F138E-FE81-43D9-B7B5-5A88974F6905}" type="presParOf" srcId="{36BAE0C3-EA2B-4134-8B54-00E408D55252}" destId="{57719039-78C0-478B-B8FD-74FD3FF641B3}" srcOrd="8" destOrd="0" presId="urn:microsoft.com/office/officeart/2011/layout/HexagonRadial"/>
    <dgm:cxn modelId="{DDC546E7-AFC6-4844-9B0D-1EB868832D8C}" type="presParOf" srcId="{36BAE0C3-EA2B-4134-8B54-00E408D55252}" destId="{DD32BB54-2512-4D4A-AE8C-59474186CF78}" srcOrd="9" destOrd="0" presId="urn:microsoft.com/office/officeart/2011/layout/HexagonRadial"/>
    <dgm:cxn modelId="{BD10DD80-618E-4786-B1EC-31782DF993FD}" type="presParOf" srcId="{DD32BB54-2512-4D4A-AE8C-59474186CF78}" destId="{B2802F04-7DA7-4AA4-979A-C1B53BA3077A}" srcOrd="0" destOrd="0" presId="urn:microsoft.com/office/officeart/2011/layout/HexagonRadial"/>
    <dgm:cxn modelId="{EA4A4A01-B8FA-4B13-9CD9-5CAC3C2E4569}" type="presParOf" srcId="{36BAE0C3-EA2B-4134-8B54-00E408D55252}" destId="{F24AD47B-9AEF-45E3-9DBF-05C3D6CEE292}" srcOrd="10" destOrd="0" presId="urn:microsoft.com/office/officeart/2011/layout/HexagonRadial"/>
    <dgm:cxn modelId="{CCA41BB9-7944-4A8C-9653-C5041C566BD9}" type="presParOf" srcId="{36BAE0C3-EA2B-4134-8B54-00E408D55252}" destId="{FB780F04-173A-4A4E-AAA4-6518E3E068EF}" srcOrd="11" destOrd="0" presId="urn:microsoft.com/office/officeart/2011/layout/HexagonRadial"/>
    <dgm:cxn modelId="{7AD85AF6-E576-43C2-82B2-B0455C16D4B7}" type="presParOf" srcId="{FB780F04-173A-4A4E-AAA4-6518E3E068EF}" destId="{647822FA-5D32-4960-86B9-A3F25A41830C}" srcOrd="0" destOrd="0" presId="urn:microsoft.com/office/officeart/2011/layout/HexagonRadial"/>
    <dgm:cxn modelId="{EDAE74AD-6EC3-4606-B8F7-169AF294689B}" type="presParOf" srcId="{36BAE0C3-EA2B-4134-8B54-00E408D55252}" destId="{D3FAF017-90B7-4ECE-88F2-DD3DB33B6E84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3E63D8-A91F-4AE6-94AD-FA3A0C23DA31}" type="doc">
      <dgm:prSet loTypeId="urn:microsoft.com/office/officeart/2011/layout/HexagonRadial" loCatId="cycle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ACD36C-4CC1-4668-832F-8BEEA61E8464}">
      <dgm:prSet phldrT="[Text]"/>
      <dgm:spPr/>
      <dgm:t>
        <a:bodyPr/>
        <a:lstStyle/>
        <a:p>
          <a:r>
            <a:rPr lang="en-US" b="1"/>
            <a:t>Prepare</a:t>
          </a:r>
          <a:endParaRPr lang="en-US" b="1" dirty="0"/>
        </a:p>
      </dgm:t>
    </dgm:pt>
    <dgm:pt modelId="{AFEB5346-44D9-4DBC-9AFD-6C89D0A996E0}" type="parTrans" cxnId="{14965DE5-53A1-4ED2-B656-39D5D9DD4EFA}">
      <dgm:prSet/>
      <dgm:spPr/>
      <dgm:t>
        <a:bodyPr/>
        <a:lstStyle/>
        <a:p>
          <a:endParaRPr lang="en-US"/>
        </a:p>
      </dgm:t>
    </dgm:pt>
    <dgm:pt modelId="{5328B45A-E2B3-464C-B5AF-D980455F6615}" type="sibTrans" cxnId="{14965DE5-53A1-4ED2-B656-39D5D9DD4EFA}">
      <dgm:prSet/>
      <dgm:spPr/>
      <dgm:t>
        <a:bodyPr/>
        <a:lstStyle/>
        <a:p>
          <a:endParaRPr lang="en-US"/>
        </a:p>
      </dgm:t>
    </dgm:pt>
    <dgm:pt modelId="{075C74AF-032B-4CD1-8B87-93AC79A22266}">
      <dgm:prSet phldrT="[Text]"/>
      <dgm:spPr/>
      <dgm:t>
        <a:bodyPr/>
        <a:lstStyle/>
        <a:p>
          <a:r>
            <a:rPr lang="en-US" b="1"/>
            <a:t>Categorize</a:t>
          </a:r>
          <a:endParaRPr lang="en-US" b="1" dirty="0"/>
        </a:p>
      </dgm:t>
    </dgm:pt>
    <dgm:pt modelId="{386B149C-A43F-48F2-862B-2C1917BB7AC1}" type="parTrans" cxnId="{F168B2CF-4723-4430-95AD-A93F49C8318A}">
      <dgm:prSet/>
      <dgm:spPr/>
      <dgm:t>
        <a:bodyPr/>
        <a:lstStyle/>
        <a:p>
          <a:endParaRPr lang="en-US"/>
        </a:p>
      </dgm:t>
    </dgm:pt>
    <dgm:pt modelId="{F78D6DEC-A47B-4BF1-92A5-19F5527CFA5C}" type="sibTrans" cxnId="{F168B2CF-4723-4430-95AD-A93F49C8318A}">
      <dgm:prSet/>
      <dgm:spPr/>
      <dgm:t>
        <a:bodyPr/>
        <a:lstStyle/>
        <a:p>
          <a:endParaRPr lang="en-US"/>
        </a:p>
      </dgm:t>
    </dgm:pt>
    <dgm:pt modelId="{79D4190F-06EA-4238-8D63-B225DBC22D6A}">
      <dgm:prSet phldrT="[Text]"/>
      <dgm:spPr/>
      <dgm:t>
        <a:bodyPr/>
        <a:lstStyle/>
        <a:p>
          <a:r>
            <a:rPr lang="en-US" b="1"/>
            <a:t>Select</a:t>
          </a:r>
          <a:endParaRPr lang="en-US" b="1" dirty="0"/>
        </a:p>
      </dgm:t>
    </dgm:pt>
    <dgm:pt modelId="{11F1DF19-1687-4C1E-875F-C6C69516EC52}" type="parTrans" cxnId="{D9C6FF7D-8455-40F2-BC23-81B0FBE6F3D3}">
      <dgm:prSet/>
      <dgm:spPr/>
      <dgm:t>
        <a:bodyPr/>
        <a:lstStyle/>
        <a:p>
          <a:endParaRPr lang="en-US"/>
        </a:p>
      </dgm:t>
    </dgm:pt>
    <dgm:pt modelId="{934A5BDE-CA80-4BF1-B989-4D891555F600}" type="sibTrans" cxnId="{D9C6FF7D-8455-40F2-BC23-81B0FBE6F3D3}">
      <dgm:prSet/>
      <dgm:spPr/>
      <dgm:t>
        <a:bodyPr/>
        <a:lstStyle/>
        <a:p>
          <a:endParaRPr lang="en-US"/>
        </a:p>
      </dgm:t>
    </dgm:pt>
    <dgm:pt modelId="{ADC22CB9-53CC-4F46-B117-4D4AC8E923B1}">
      <dgm:prSet phldrT="[Text]"/>
      <dgm:spPr/>
      <dgm:t>
        <a:bodyPr/>
        <a:lstStyle/>
        <a:p>
          <a:r>
            <a:rPr lang="en-US" b="1"/>
            <a:t>Implement</a:t>
          </a:r>
          <a:endParaRPr lang="en-US" b="1" dirty="0"/>
        </a:p>
      </dgm:t>
    </dgm:pt>
    <dgm:pt modelId="{BEDCC6D0-0873-416E-BDD8-441F47D513DC}" type="parTrans" cxnId="{58676706-1289-485A-B731-565EF851E574}">
      <dgm:prSet/>
      <dgm:spPr/>
      <dgm:t>
        <a:bodyPr/>
        <a:lstStyle/>
        <a:p>
          <a:endParaRPr lang="en-US"/>
        </a:p>
      </dgm:t>
    </dgm:pt>
    <dgm:pt modelId="{8EA4F0A0-A4A2-41C0-8F89-9D637670FB66}" type="sibTrans" cxnId="{58676706-1289-485A-B731-565EF851E574}">
      <dgm:prSet/>
      <dgm:spPr/>
      <dgm:t>
        <a:bodyPr/>
        <a:lstStyle/>
        <a:p>
          <a:endParaRPr lang="en-US"/>
        </a:p>
      </dgm:t>
    </dgm:pt>
    <dgm:pt modelId="{565C9AED-2FCF-41ED-896E-BA7E3C1FF25E}">
      <dgm:prSet phldrT="[Text]"/>
      <dgm:spPr/>
      <dgm:t>
        <a:bodyPr/>
        <a:lstStyle/>
        <a:p>
          <a:r>
            <a:rPr lang="en-US" b="1"/>
            <a:t>Assess</a:t>
          </a:r>
          <a:endParaRPr lang="en-US" b="1" dirty="0"/>
        </a:p>
      </dgm:t>
    </dgm:pt>
    <dgm:pt modelId="{DB1A90BB-4F6A-456E-841F-89CD3A9E575E}" type="parTrans" cxnId="{92ECCD68-C00F-4ADA-B9C2-43550B2B50A2}">
      <dgm:prSet/>
      <dgm:spPr/>
      <dgm:t>
        <a:bodyPr/>
        <a:lstStyle/>
        <a:p>
          <a:endParaRPr lang="en-US"/>
        </a:p>
      </dgm:t>
    </dgm:pt>
    <dgm:pt modelId="{28E3A961-72DB-40EA-92E1-64A9F3B56CA0}" type="sibTrans" cxnId="{92ECCD68-C00F-4ADA-B9C2-43550B2B50A2}">
      <dgm:prSet/>
      <dgm:spPr/>
      <dgm:t>
        <a:bodyPr/>
        <a:lstStyle/>
        <a:p>
          <a:endParaRPr lang="en-US"/>
        </a:p>
      </dgm:t>
    </dgm:pt>
    <dgm:pt modelId="{219D80C6-4AE7-4273-A814-CA70670751FB}">
      <dgm:prSet phldrT="[Text]"/>
      <dgm:spPr/>
      <dgm:t>
        <a:bodyPr/>
        <a:lstStyle/>
        <a:p>
          <a:r>
            <a:rPr lang="en-US" b="1"/>
            <a:t>Authorize</a:t>
          </a:r>
          <a:endParaRPr lang="en-US" b="1" dirty="0"/>
        </a:p>
      </dgm:t>
    </dgm:pt>
    <dgm:pt modelId="{2FA6CAA1-55B9-458A-93E7-797B391F08FC}" type="parTrans" cxnId="{69FF9C30-F247-43F6-96EE-38151AA0BF29}">
      <dgm:prSet/>
      <dgm:spPr/>
      <dgm:t>
        <a:bodyPr/>
        <a:lstStyle/>
        <a:p>
          <a:endParaRPr lang="en-US"/>
        </a:p>
      </dgm:t>
    </dgm:pt>
    <dgm:pt modelId="{E91FA825-11CA-4823-93F4-C3CBEF63A666}" type="sibTrans" cxnId="{69FF9C30-F247-43F6-96EE-38151AA0BF29}">
      <dgm:prSet/>
      <dgm:spPr/>
      <dgm:t>
        <a:bodyPr/>
        <a:lstStyle/>
        <a:p>
          <a:endParaRPr lang="en-US"/>
        </a:p>
      </dgm:t>
    </dgm:pt>
    <dgm:pt modelId="{6B729C36-B4F2-40FD-98BD-DDB65B08E8B2}">
      <dgm:prSet phldrT="[Text]"/>
      <dgm:spPr/>
      <dgm:t>
        <a:bodyPr/>
        <a:lstStyle/>
        <a:p>
          <a:r>
            <a:rPr lang="en-US" b="1"/>
            <a:t>Monitor</a:t>
          </a:r>
          <a:endParaRPr lang="en-US" b="1" dirty="0"/>
        </a:p>
      </dgm:t>
    </dgm:pt>
    <dgm:pt modelId="{FD8B6363-F7A1-4123-AE2D-FED7DD7D6C5B}" type="parTrans" cxnId="{4C9ED360-96C6-4511-87D8-BA29A6DB5DC2}">
      <dgm:prSet/>
      <dgm:spPr/>
      <dgm:t>
        <a:bodyPr/>
        <a:lstStyle/>
        <a:p>
          <a:endParaRPr lang="en-US"/>
        </a:p>
      </dgm:t>
    </dgm:pt>
    <dgm:pt modelId="{C5EDA674-4C21-49BE-B5E9-24610DB52D50}" type="sibTrans" cxnId="{4C9ED360-96C6-4511-87D8-BA29A6DB5DC2}">
      <dgm:prSet/>
      <dgm:spPr/>
      <dgm:t>
        <a:bodyPr/>
        <a:lstStyle/>
        <a:p>
          <a:endParaRPr lang="en-US"/>
        </a:p>
      </dgm:t>
    </dgm:pt>
    <dgm:pt modelId="{36BAE0C3-EA2B-4134-8B54-00E408D55252}" type="pres">
      <dgm:prSet presAssocID="{CE3E63D8-A91F-4AE6-94AD-FA3A0C23DA3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AAE7810-A184-4DFE-BEC6-B067B3BC3AE9}" type="pres">
      <dgm:prSet presAssocID="{A5ACD36C-4CC1-4668-832F-8BEEA61E8464}" presName="Parent" presStyleLbl="node0" presStyleIdx="0" presStyleCnt="1">
        <dgm:presLayoutVars>
          <dgm:chMax val="6"/>
          <dgm:chPref val="6"/>
        </dgm:presLayoutVars>
      </dgm:prSet>
      <dgm:spPr/>
    </dgm:pt>
    <dgm:pt modelId="{BA77D7C7-1F0A-4C1A-BBC0-9FA8A3B3FA58}" type="pres">
      <dgm:prSet presAssocID="{075C74AF-032B-4CD1-8B87-93AC79A22266}" presName="Accent1" presStyleCnt="0"/>
      <dgm:spPr/>
    </dgm:pt>
    <dgm:pt modelId="{BD3DC8A6-D67E-4E20-A820-BFD8D3D5CFCE}" type="pres">
      <dgm:prSet presAssocID="{075C74AF-032B-4CD1-8B87-93AC79A22266}" presName="Accent" presStyleLbl="bgShp" presStyleIdx="0" presStyleCnt="6"/>
      <dgm:spPr/>
    </dgm:pt>
    <dgm:pt modelId="{D44C8F0E-9374-4DF1-AC07-52F8350BA5F0}" type="pres">
      <dgm:prSet presAssocID="{075C74AF-032B-4CD1-8B87-93AC79A2226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C4DE3E8-4BF5-40B1-888D-8793933738A1}" type="pres">
      <dgm:prSet presAssocID="{79D4190F-06EA-4238-8D63-B225DBC22D6A}" presName="Accent2" presStyleCnt="0"/>
      <dgm:spPr/>
    </dgm:pt>
    <dgm:pt modelId="{42AA6BF5-236E-490C-A969-626BE6E4BB9C}" type="pres">
      <dgm:prSet presAssocID="{79D4190F-06EA-4238-8D63-B225DBC22D6A}" presName="Accent" presStyleLbl="bgShp" presStyleIdx="1" presStyleCnt="6"/>
      <dgm:spPr/>
    </dgm:pt>
    <dgm:pt modelId="{E49CC2E0-27B6-454B-B3A2-6B53ADFA8A60}" type="pres">
      <dgm:prSet presAssocID="{79D4190F-06EA-4238-8D63-B225DBC22D6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76EBFD2C-15F4-4BD1-AB19-AA4BFE0FAF2D}" type="pres">
      <dgm:prSet presAssocID="{ADC22CB9-53CC-4F46-B117-4D4AC8E923B1}" presName="Accent3" presStyleCnt="0"/>
      <dgm:spPr/>
    </dgm:pt>
    <dgm:pt modelId="{4606A68C-1459-45FD-A926-BEF51B3F9A16}" type="pres">
      <dgm:prSet presAssocID="{ADC22CB9-53CC-4F46-B117-4D4AC8E923B1}" presName="Accent" presStyleLbl="bgShp" presStyleIdx="2" presStyleCnt="6"/>
      <dgm:spPr/>
    </dgm:pt>
    <dgm:pt modelId="{EF35F2AC-670C-466F-83D1-AC6488378025}" type="pres">
      <dgm:prSet presAssocID="{ADC22CB9-53CC-4F46-B117-4D4AC8E923B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2D09615-0469-4A64-9ADE-F7C9EC61A3C0}" type="pres">
      <dgm:prSet presAssocID="{565C9AED-2FCF-41ED-896E-BA7E3C1FF25E}" presName="Accent4" presStyleCnt="0"/>
      <dgm:spPr/>
    </dgm:pt>
    <dgm:pt modelId="{03707AEE-8350-417A-AE6D-DCFB67204CCB}" type="pres">
      <dgm:prSet presAssocID="{565C9AED-2FCF-41ED-896E-BA7E3C1FF25E}" presName="Accent" presStyleLbl="bgShp" presStyleIdx="3" presStyleCnt="6"/>
      <dgm:spPr/>
    </dgm:pt>
    <dgm:pt modelId="{57719039-78C0-478B-B8FD-74FD3FF641B3}" type="pres">
      <dgm:prSet presAssocID="{565C9AED-2FCF-41ED-896E-BA7E3C1FF25E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DD32BB54-2512-4D4A-AE8C-59474186CF78}" type="pres">
      <dgm:prSet presAssocID="{219D80C6-4AE7-4273-A814-CA70670751FB}" presName="Accent5" presStyleCnt="0"/>
      <dgm:spPr/>
    </dgm:pt>
    <dgm:pt modelId="{B2802F04-7DA7-4AA4-979A-C1B53BA3077A}" type="pres">
      <dgm:prSet presAssocID="{219D80C6-4AE7-4273-A814-CA70670751FB}" presName="Accent" presStyleLbl="bgShp" presStyleIdx="4" presStyleCnt="6"/>
      <dgm:spPr/>
    </dgm:pt>
    <dgm:pt modelId="{F24AD47B-9AEF-45E3-9DBF-05C3D6CEE292}" type="pres">
      <dgm:prSet presAssocID="{219D80C6-4AE7-4273-A814-CA70670751FB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B780F04-173A-4A4E-AAA4-6518E3E068EF}" type="pres">
      <dgm:prSet presAssocID="{6B729C36-B4F2-40FD-98BD-DDB65B08E8B2}" presName="Accent6" presStyleCnt="0"/>
      <dgm:spPr/>
    </dgm:pt>
    <dgm:pt modelId="{647822FA-5D32-4960-86B9-A3F25A41830C}" type="pres">
      <dgm:prSet presAssocID="{6B729C36-B4F2-40FD-98BD-DDB65B08E8B2}" presName="Accent" presStyleLbl="bgShp" presStyleIdx="5" presStyleCnt="6"/>
      <dgm:spPr/>
    </dgm:pt>
    <dgm:pt modelId="{D3FAF017-90B7-4ECE-88F2-DD3DB33B6E84}" type="pres">
      <dgm:prSet presAssocID="{6B729C36-B4F2-40FD-98BD-DDB65B08E8B2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8676706-1289-485A-B731-565EF851E574}" srcId="{A5ACD36C-4CC1-4668-832F-8BEEA61E8464}" destId="{ADC22CB9-53CC-4F46-B117-4D4AC8E923B1}" srcOrd="2" destOrd="0" parTransId="{BEDCC6D0-0873-416E-BDD8-441F47D513DC}" sibTransId="{8EA4F0A0-A4A2-41C0-8F89-9D637670FB66}"/>
    <dgm:cxn modelId="{7A682C23-37C0-4A17-9213-B76E20A2ED71}" type="presOf" srcId="{ADC22CB9-53CC-4F46-B117-4D4AC8E923B1}" destId="{EF35F2AC-670C-466F-83D1-AC6488378025}" srcOrd="0" destOrd="0" presId="urn:microsoft.com/office/officeart/2011/layout/HexagonRadial"/>
    <dgm:cxn modelId="{69FF9C30-F247-43F6-96EE-38151AA0BF29}" srcId="{A5ACD36C-4CC1-4668-832F-8BEEA61E8464}" destId="{219D80C6-4AE7-4273-A814-CA70670751FB}" srcOrd="4" destOrd="0" parTransId="{2FA6CAA1-55B9-458A-93E7-797B391F08FC}" sibTransId="{E91FA825-11CA-4823-93F4-C3CBEF63A666}"/>
    <dgm:cxn modelId="{4C9ED360-96C6-4511-87D8-BA29A6DB5DC2}" srcId="{A5ACD36C-4CC1-4668-832F-8BEEA61E8464}" destId="{6B729C36-B4F2-40FD-98BD-DDB65B08E8B2}" srcOrd="5" destOrd="0" parTransId="{FD8B6363-F7A1-4123-AE2D-FED7DD7D6C5B}" sibTransId="{C5EDA674-4C21-49BE-B5E9-24610DB52D50}"/>
    <dgm:cxn modelId="{92ECCD68-C00F-4ADA-B9C2-43550B2B50A2}" srcId="{A5ACD36C-4CC1-4668-832F-8BEEA61E8464}" destId="{565C9AED-2FCF-41ED-896E-BA7E3C1FF25E}" srcOrd="3" destOrd="0" parTransId="{DB1A90BB-4F6A-456E-841F-89CD3A9E575E}" sibTransId="{28E3A961-72DB-40EA-92E1-64A9F3B56CA0}"/>
    <dgm:cxn modelId="{141F7B7A-B923-43FB-9179-76CD1104D892}" type="presOf" srcId="{565C9AED-2FCF-41ED-896E-BA7E3C1FF25E}" destId="{57719039-78C0-478B-B8FD-74FD3FF641B3}" srcOrd="0" destOrd="0" presId="urn:microsoft.com/office/officeart/2011/layout/HexagonRadial"/>
    <dgm:cxn modelId="{D9C6FF7D-8455-40F2-BC23-81B0FBE6F3D3}" srcId="{A5ACD36C-4CC1-4668-832F-8BEEA61E8464}" destId="{79D4190F-06EA-4238-8D63-B225DBC22D6A}" srcOrd="1" destOrd="0" parTransId="{11F1DF19-1687-4C1E-875F-C6C69516EC52}" sibTransId="{934A5BDE-CA80-4BF1-B989-4D891555F600}"/>
    <dgm:cxn modelId="{E19DF396-078F-49B0-8233-C9546419EAC2}" type="presOf" srcId="{075C74AF-032B-4CD1-8B87-93AC79A22266}" destId="{D44C8F0E-9374-4DF1-AC07-52F8350BA5F0}" srcOrd="0" destOrd="0" presId="urn:microsoft.com/office/officeart/2011/layout/HexagonRadial"/>
    <dgm:cxn modelId="{A0CC79AE-8E57-4620-B150-AC3DB4999757}" type="presOf" srcId="{6B729C36-B4F2-40FD-98BD-DDB65B08E8B2}" destId="{D3FAF017-90B7-4ECE-88F2-DD3DB33B6E84}" srcOrd="0" destOrd="0" presId="urn:microsoft.com/office/officeart/2011/layout/HexagonRadial"/>
    <dgm:cxn modelId="{36733FBF-056A-496D-95F9-34E7ECED925C}" type="presOf" srcId="{219D80C6-4AE7-4273-A814-CA70670751FB}" destId="{F24AD47B-9AEF-45E3-9DBF-05C3D6CEE292}" srcOrd="0" destOrd="0" presId="urn:microsoft.com/office/officeart/2011/layout/HexagonRadial"/>
    <dgm:cxn modelId="{D02764CD-7C88-4351-AEF0-0EF272381513}" type="presOf" srcId="{79D4190F-06EA-4238-8D63-B225DBC22D6A}" destId="{E49CC2E0-27B6-454B-B3A2-6B53ADFA8A60}" srcOrd="0" destOrd="0" presId="urn:microsoft.com/office/officeart/2011/layout/HexagonRadial"/>
    <dgm:cxn modelId="{F168B2CF-4723-4430-95AD-A93F49C8318A}" srcId="{A5ACD36C-4CC1-4668-832F-8BEEA61E8464}" destId="{075C74AF-032B-4CD1-8B87-93AC79A22266}" srcOrd="0" destOrd="0" parTransId="{386B149C-A43F-48F2-862B-2C1917BB7AC1}" sibTransId="{F78D6DEC-A47B-4BF1-92A5-19F5527CFA5C}"/>
    <dgm:cxn modelId="{031E02D9-507C-4C8D-AE29-2D33D493A032}" type="presOf" srcId="{CE3E63D8-A91F-4AE6-94AD-FA3A0C23DA31}" destId="{36BAE0C3-EA2B-4134-8B54-00E408D55252}" srcOrd="0" destOrd="0" presId="urn:microsoft.com/office/officeart/2011/layout/HexagonRadial"/>
    <dgm:cxn modelId="{14965DE5-53A1-4ED2-B656-39D5D9DD4EFA}" srcId="{CE3E63D8-A91F-4AE6-94AD-FA3A0C23DA31}" destId="{A5ACD36C-4CC1-4668-832F-8BEEA61E8464}" srcOrd="0" destOrd="0" parTransId="{AFEB5346-44D9-4DBC-9AFD-6C89D0A996E0}" sibTransId="{5328B45A-E2B3-464C-B5AF-D980455F6615}"/>
    <dgm:cxn modelId="{DD3214F9-3012-418E-B91C-05F99F0EFD0A}" type="presOf" srcId="{A5ACD36C-4CC1-4668-832F-8BEEA61E8464}" destId="{2AAE7810-A184-4DFE-BEC6-B067B3BC3AE9}" srcOrd="0" destOrd="0" presId="urn:microsoft.com/office/officeart/2011/layout/HexagonRadial"/>
    <dgm:cxn modelId="{802ADF56-7A15-4A1C-AA63-461BDACFA200}" type="presParOf" srcId="{36BAE0C3-EA2B-4134-8B54-00E408D55252}" destId="{2AAE7810-A184-4DFE-BEC6-B067B3BC3AE9}" srcOrd="0" destOrd="0" presId="urn:microsoft.com/office/officeart/2011/layout/HexagonRadial"/>
    <dgm:cxn modelId="{0D5770F3-28A2-4A59-9E04-512D718F5416}" type="presParOf" srcId="{36BAE0C3-EA2B-4134-8B54-00E408D55252}" destId="{BA77D7C7-1F0A-4C1A-BBC0-9FA8A3B3FA58}" srcOrd="1" destOrd="0" presId="urn:microsoft.com/office/officeart/2011/layout/HexagonRadial"/>
    <dgm:cxn modelId="{56CC6D43-5C8F-40C2-B4A7-BF6ED1C179C5}" type="presParOf" srcId="{BA77D7C7-1F0A-4C1A-BBC0-9FA8A3B3FA58}" destId="{BD3DC8A6-D67E-4E20-A820-BFD8D3D5CFCE}" srcOrd="0" destOrd="0" presId="urn:microsoft.com/office/officeart/2011/layout/HexagonRadial"/>
    <dgm:cxn modelId="{311D10B9-4C74-449A-990E-1BD0687C098E}" type="presParOf" srcId="{36BAE0C3-EA2B-4134-8B54-00E408D55252}" destId="{D44C8F0E-9374-4DF1-AC07-52F8350BA5F0}" srcOrd="2" destOrd="0" presId="urn:microsoft.com/office/officeart/2011/layout/HexagonRadial"/>
    <dgm:cxn modelId="{534DC533-046B-498B-9962-655B95A8AC36}" type="presParOf" srcId="{36BAE0C3-EA2B-4134-8B54-00E408D55252}" destId="{9C4DE3E8-4BF5-40B1-888D-8793933738A1}" srcOrd="3" destOrd="0" presId="urn:microsoft.com/office/officeart/2011/layout/HexagonRadial"/>
    <dgm:cxn modelId="{1B596567-79B3-4765-BB01-123B67B36A5C}" type="presParOf" srcId="{9C4DE3E8-4BF5-40B1-888D-8793933738A1}" destId="{42AA6BF5-236E-490C-A969-626BE6E4BB9C}" srcOrd="0" destOrd="0" presId="urn:microsoft.com/office/officeart/2011/layout/HexagonRadial"/>
    <dgm:cxn modelId="{20AD453C-9149-4AD4-97C7-57E4349E2C41}" type="presParOf" srcId="{36BAE0C3-EA2B-4134-8B54-00E408D55252}" destId="{E49CC2E0-27B6-454B-B3A2-6B53ADFA8A60}" srcOrd="4" destOrd="0" presId="urn:microsoft.com/office/officeart/2011/layout/HexagonRadial"/>
    <dgm:cxn modelId="{25380444-7584-44C3-A6F9-6CF9DA613EEF}" type="presParOf" srcId="{36BAE0C3-EA2B-4134-8B54-00E408D55252}" destId="{76EBFD2C-15F4-4BD1-AB19-AA4BFE0FAF2D}" srcOrd="5" destOrd="0" presId="urn:microsoft.com/office/officeart/2011/layout/HexagonRadial"/>
    <dgm:cxn modelId="{6A6AA520-8AAC-44DD-AEEB-E6EC321F6D40}" type="presParOf" srcId="{76EBFD2C-15F4-4BD1-AB19-AA4BFE0FAF2D}" destId="{4606A68C-1459-45FD-A926-BEF51B3F9A16}" srcOrd="0" destOrd="0" presId="urn:microsoft.com/office/officeart/2011/layout/HexagonRadial"/>
    <dgm:cxn modelId="{E333B914-DD2F-4BCC-BD6A-26058FAA258D}" type="presParOf" srcId="{36BAE0C3-EA2B-4134-8B54-00E408D55252}" destId="{EF35F2AC-670C-466F-83D1-AC6488378025}" srcOrd="6" destOrd="0" presId="urn:microsoft.com/office/officeart/2011/layout/HexagonRadial"/>
    <dgm:cxn modelId="{CB520ABA-FA87-48C3-89D5-7DFB75A2DEE8}" type="presParOf" srcId="{36BAE0C3-EA2B-4134-8B54-00E408D55252}" destId="{A2D09615-0469-4A64-9ADE-F7C9EC61A3C0}" srcOrd="7" destOrd="0" presId="urn:microsoft.com/office/officeart/2011/layout/HexagonRadial"/>
    <dgm:cxn modelId="{35CF1E8F-0F37-46AB-BCBA-DC0635C6548D}" type="presParOf" srcId="{A2D09615-0469-4A64-9ADE-F7C9EC61A3C0}" destId="{03707AEE-8350-417A-AE6D-DCFB67204CCB}" srcOrd="0" destOrd="0" presId="urn:microsoft.com/office/officeart/2011/layout/HexagonRadial"/>
    <dgm:cxn modelId="{4D0F138E-FE81-43D9-B7B5-5A88974F6905}" type="presParOf" srcId="{36BAE0C3-EA2B-4134-8B54-00E408D55252}" destId="{57719039-78C0-478B-B8FD-74FD3FF641B3}" srcOrd="8" destOrd="0" presId="urn:microsoft.com/office/officeart/2011/layout/HexagonRadial"/>
    <dgm:cxn modelId="{DDC546E7-AFC6-4844-9B0D-1EB868832D8C}" type="presParOf" srcId="{36BAE0C3-EA2B-4134-8B54-00E408D55252}" destId="{DD32BB54-2512-4D4A-AE8C-59474186CF78}" srcOrd="9" destOrd="0" presId="urn:microsoft.com/office/officeart/2011/layout/HexagonRadial"/>
    <dgm:cxn modelId="{BD10DD80-618E-4786-B1EC-31782DF993FD}" type="presParOf" srcId="{DD32BB54-2512-4D4A-AE8C-59474186CF78}" destId="{B2802F04-7DA7-4AA4-979A-C1B53BA3077A}" srcOrd="0" destOrd="0" presId="urn:microsoft.com/office/officeart/2011/layout/HexagonRadial"/>
    <dgm:cxn modelId="{EA4A4A01-B8FA-4B13-9CD9-5CAC3C2E4569}" type="presParOf" srcId="{36BAE0C3-EA2B-4134-8B54-00E408D55252}" destId="{F24AD47B-9AEF-45E3-9DBF-05C3D6CEE292}" srcOrd="10" destOrd="0" presId="urn:microsoft.com/office/officeart/2011/layout/HexagonRadial"/>
    <dgm:cxn modelId="{CCA41BB9-7944-4A8C-9653-C5041C566BD9}" type="presParOf" srcId="{36BAE0C3-EA2B-4134-8B54-00E408D55252}" destId="{FB780F04-173A-4A4E-AAA4-6518E3E068EF}" srcOrd="11" destOrd="0" presId="urn:microsoft.com/office/officeart/2011/layout/HexagonRadial"/>
    <dgm:cxn modelId="{7AD85AF6-E576-43C2-82B2-B0455C16D4B7}" type="presParOf" srcId="{FB780F04-173A-4A4E-AAA4-6518E3E068EF}" destId="{647822FA-5D32-4960-86B9-A3F25A41830C}" srcOrd="0" destOrd="0" presId="urn:microsoft.com/office/officeart/2011/layout/HexagonRadial"/>
    <dgm:cxn modelId="{EDAE74AD-6EC3-4606-B8F7-169AF294689B}" type="presParOf" srcId="{36BAE0C3-EA2B-4134-8B54-00E408D55252}" destId="{D3FAF017-90B7-4ECE-88F2-DD3DB33B6E84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3E63D8-A91F-4AE6-94AD-FA3A0C23DA31}" type="doc">
      <dgm:prSet loTypeId="urn:microsoft.com/office/officeart/2011/layout/HexagonRadial" loCatId="cycle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ACD36C-4CC1-4668-832F-8BEEA61E8464}">
      <dgm:prSet phldrT="[Text]"/>
      <dgm:spPr/>
      <dgm:t>
        <a:bodyPr/>
        <a:lstStyle/>
        <a:p>
          <a:r>
            <a:rPr lang="en-US" b="1"/>
            <a:t>Prepare</a:t>
          </a:r>
          <a:endParaRPr lang="en-US" b="1" dirty="0"/>
        </a:p>
      </dgm:t>
    </dgm:pt>
    <dgm:pt modelId="{AFEB5346-44D9-4DBC-9AFD-6C89D0A996E0}" type="parTrans" cxnId="{14965DE5-53A1-4ED2-B656-39D5D9DD4EFA}">
      <dgm:prSet/>
      <dgm:spPr/>
      <dgm:t>
        <a:bodyPr/>
        <a:lstStyle/>
        <a:p>
          <a:endParaRPr lang="en-US"/>
        </a:p>
      </dgm:t>
    </dgm:pt>
    <dgm:pt modelId="{5328B45A-E2B3-464C-B5AF-D980455F6615}" type="sibTrans" cxnId="{14965DE5-53A1-4ED2-B656-39D5D9DD4EFA}">
      <dgm:prSet/>
      <dgm:spPr/>
      <dgm:t>
        <a:bodyPr/>
        <a:lstStyle/>
        <a:p>
          <a:endParaRPr lang="en-US"/>
        </a:p>
      </dgm:t>
    </dgm:pt>
    <dgm:pt modelId="{075C74AF-032B-4CD1-8B87-93AC79A22266}">
      <dgm:prSet phldrT="[Text]"/>
      <dgm:spPr/>
      <dgm:t>
        <a:bodyPr/>
        <a:lstStyle/>
        <a:p>
          <a:r>
            <a:rPr lang="en-US" b="1"/>
            <a:t>Categorize</a:t>
          </a:r>
          <a:endParaRPr lang="en-US" b="1" dirty="0"/>
        </a:p>
      </dgm:t>
    </dgm:pt>
    <dgm:pt modelId="{386B149C-A43F-48F2-862B-2C1917BB7AC1}" type="parTrans" cxnId="{F168B2CF-4723-4430-95AD-A93F49C8318A}">
      <dgm:prSet/>
      <dgm:spPr/>
      <dgm:t>
        <a:bodyPr/>
        <a:lstStyle/>
        <a:p>
          <a:endParaRPr lang="en-US"/>
        </a:p>
      </dgm:t>
    </dgm:pt>
    <dgm:pt modelId="{F78D6DEC-A47B-4BF1-92A5-19F5527CFA5C}" type="sibTrans" cxnId="{F168B2CF-4723-4430-95AD-A93F49C8318A}">
      <dgm:prSet/>
      <dgm:spPr/>
      <dgm:t>
        <a:bodyPr/>
        <a:lstStyle/>
        <a:p>
          <a:endParaRPr lang="en-US"/>
        </a:p>
      </dgm:t>
    </dgm:pt>
    <dgm:pt modelId="{79D4190F-06EA-4238-8D63-B225DBC22D6A}">
      <dgm:prSet phldrT="[Text]"/>
      <dgm:spPr/>
      <dgm:t>
        <a:bodyPr/>
        <a:lstStyle/>
        <a:p>
          <a:r>
            <a:rPr lang="en-US" b="1"/>
            <a:t>Select</a:t>
          </a:r>
          <a:endParaRPr lang="en-US" b="1" dirty="0"/>
        </a:p>
      </dgm:t>
    </dgm:pt>
    <dgm:pt modelId="{11F1DF19-1687-4C1E-875F-C6C69516EC52}" type="parTrans" cxnId="{D9C6FF7D-8455-40F2-BC23-81B0FBE6F3D3}">
      <dgm:prSet/>
      <dgm:spPr/>
      <dgm:t>
        <a:bodyPr/>
        <a:lstStyle/>
        <a:p>
          <a:endParaRPr lang="en-US"/>
        </a:p>
      </dgm:t>
    </dgm:pt>
    <dgm:pt modelId="{934A5BDE-CA80-4BF1-B989-4D891555F600}" type="sibTrans" cxnId="{D9C6FF7D-8455-40F2-BC23-81B0FBE6F3D3}">
      <dgm:prSet/>
      <dgm:spPr/>
      <dgm:t>
        <a:bodyPr/>
        <a:lstStyle/>
        <a:p>
          <a:endParaRPr lang="en-US"/>
        </a:p>
      </dgm:t>
    </dgm:pt>
    <dgm:pt modelId="{ADC22CB9-53CC-4F46-B117-4D4AC8E923B1}">
      <dgm:prSet phldrT="[Text]"/>
      <dgm:spPr/>
      <dgm:t>
        <a:bodyPr/>
        <a:lstStyle/>
        <a:p>
          <a:r>
            <a:rPr lang="en-US" b="1"/>
            <a:t>Implement</a:t>
          </a:r>
          <a:endParaRPr lang="en-US" b="1" dirty="0"/>
        </a:p>
      </dgm:t>
    </dgm:pt>
    <dgm:pt modelId="{BEDCC6D0-0873-416E-BDD8-441F47D513DC}" type="parTrans" cxnId="{58676706-1289-485A-B731-565EF851E574}">
      <dgm:prSet/>
      <dgm:spPr/>
      <dgm:t>
        <a:bodyPr/>
        <a:lstStyle/>
        <a:p>
          <a:endParaRPr lang="en-US"/>
        </a:p>
      </dgm:t>
    </dgm:pt>
    <dgm:pt modelId="{8EA4F0A0-A4A2-41C0-8F89-9D637670FB66}" type="sibTrans" cxnId="{58676706-1289-485A-B731-565EF851E574}">
      <dgm:prSet/>
      <dgm:spPr/>
      <dgm:t>
        <a:bodyPr/>
        <a:lstStyle/>
        <a:p>
          <a:endParaRPr lang="en-US"/>
        </a:p>
      </dgm:t>
    </dgm:pt>
    <dgm:pt modelId="{565C9AED-2FCF-41ED-896E-BA7E3C1FF25E}">
      <dgm:prSet phldrT="[Text]"/>
      <dgm:spPr/>
      <dgm:t>
        <a:bodyPr/>
        <a:lstStyle/>
        <a:p>
          <a:r>
            <a:rPr lang="en-US" b="1"/>
            <a:t>Assess</a:t>
          </a:r>
          <a:endParaRPr lang="en-US" b="1" dirty="0"/>
        </a:p>
      </dgm:t>
    </dgm:pt>
    <dgm:pt modelId="{DB1A90BB-4F6A-456E-841F-89CD3A9E575E}" type="parTrans" cxnId="{92ECCD68-C00F-4ADA-B9C2-43550B2B50A2}">
      <dgm:prSet/>
      <dgm:spPr/>
      <dgm:t>
        <a:bodyPr/>
        <a:lstStyle/>
        <a:p>
          <a:endParaRPr lang="en-US"/>
        </a:p>
      </dgm:t>
    </dgm:pt>
    <dgm:pt modelId="{28E3A961-72DB-40EA-92E1-64A9F3B56CA0}" type="sibTrans" cxnId="{92ECCD68-C00F-4ADA-B9C2-43550B2B50A2}">
      <dgm:prSet/>
      <dgm:spPr/>
      <dgm:t>
        <a:bodyPr/>
        <a:lstStyle/>
        <a:p>
          <a:endParaRPr lang="en-US"/>
        </a:p>
      </dgm:t>
    </dgm:pt>
    <dgm:pt modelId="{219D80C6-4AE7-4273-A814-CA70670751FB}">
      <dgm:prSet phldrT="[Text]"/>
      <dgm:spPr/>
      <dgm:t>
        <a:bodyPr/>
        <a:lstStyle/>
        <a:p>
          <a:r>
            <a:rPr lang="en-US" b="1"/>
            <a:t>Authorize</a:t>
          </a:r>
          <a:endParaRPr lang="en-US" b="1" dirty="0"/>
        </a:p>
      </dgm:t>
    </dgm:pt>
    <dgm:pt modelId="{2FA6CAA1-55B9-458A-93E7-797B391F08FC}" type="parTrans" cxnId="{69FF9C30-F247-43F6-96EE-38151AA0BF29}">
      <dgm:prSet/>
      <dgm:spPr/>
      <dgm:t>
        <a:bodyPr/>
        <a:lstStyle/>
        <a:p>
          <a:endParaRPr lang="en-US"/>
        </a:p>
      </dgm:t>
    </dgm:pt>
    <dgm:pt modelId="{E91FA825-11CA-4823-93F4-C3CBEF63A666}" type="sibTrans" cxnId="{69FF9C30-F247-43F6-96EE-38151AA0BF29}">
      <dgm:prSet/>
      <dgm:spPr/>
      <dgm:t>
        <a:bodyPr/>
        <a:lstStyle/>
        <a:p>
          <a:endParaRPr lang="en-US"/>
        </a:p>
      </dgm:t>
    </dgm:pt>
    <dgm:pt modelId="{6B729C36-B4F2-40FD-98BD-DDB65B08E8B2}">
      <dgm:prSet phldrT="[Text]"/>
      <dgm:spPr/>
      <dgm:t>
        <a:bodyPr/>
        <a:lstStyle/>
        <a:p>
          <a:r>
            <a:rPr lang="en-US" b="1"/>
            <a:t>Monitor</a:t>
          </a:r>
          <a:endParaRPr lang="en-US" b="1" dirty="0"/>
        </a:p>
      </dgm:t>
    </dgm:pt>
    <dgm:pt modelId="{FD8B6363-F7A1-4123-AE2D-FED7DD7D6C5B}" type="parTrans" cxnId="{4C9ED360-96C6-4511-87D8-BA29A6DB5DC2}">
      <dgm:prSet/>
      <dgm:spPr/>
      <dgm:t>
        <a:bodyPr/>
        <a:lstStyle/>
        <a:p>
          <a:endParaRPr lang="en-US"/>
        </a:p>
      </dgm:t>
    </dgm:pt>
    <dgm:pt modelId="{C5EDA674-4C21-49BE-B5E9-24610DB52D50}" type="sibTrans" cxnId="{4C9ED360-96C6-4511-87D8-BA29A6DB5DC2}">
      <dgm:prSet/>
      <dgm:spPr/>
      <dgm:t>
        <a:bodyPr/>
        <a:lstStyle/>
        <a:p>
          <a:endParaRPr lang="en-US"/>
        </a:p>
      </dgm:t>
    </dgm:pt>
    <dgm:pt modelId="{36BAE0C3-EA2B-4134-8B54-00E408D55252}" type="pres">
      <dgm:prSet presAssocID="{CE3E63D8-A91F-4AE6-94AD-FA3A0C23DA3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AAE7810-A184-4DFE-BEC6-B067B3BC3AE9}" type="pres">
      <dgm:prSet presAssocID="{A5ACD36C-4CC1-4668-832F-8BEEA61E8464}" presName="Parent" presStyleLbl="node0" presStyleIdx="0" presStyleCnt="1">
        <dgm:presLayoutVars>
          <dgm:chMax val="6"/>
          <dgm:chPref val="6"/>
        </dgm:presLayoutVars>
      </dgm:prSet>
      <dgm:spPr/>
    </dgm:pt>
    <dgm:pt modelId="{BA77D7C7-1F0A-4C1A-BBC0-9FA8A3B3FA58}" type="pres">
      <dgm:prSet presAssocID="{075C74AF-032B-4CD1-8B87-93AC79A22266}" presName="Accent1" presStyleCnt="0"/>
      <dgm:spPr/>
    </dgm:pt>
    <dgm:pt modelId="{BD3DC8A6-D67E-4E20-A820-BFD8D3D5CFCE}" type="pres">
      <dgm:prSet presAssocID="{075C74AF-032B-4CD1-8B87-93AC79A22266}" presName="Accent" presStyleLbl="bgShp" presStyleIdx="0" presStyleCnt="6"/>
      <dgm:spPr/>
    </dgm:pt>
    <dgm:pt modelId="{D44C8F0E-9374-4DF1-AC07-52F8350BA5F0}" type="pres">
      <dgm:prSet presAssocID="{075C74AF-032B-4CD1-8B87-93AC79A2226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C4DE3E8-4BF5-40B1-888D-8793933738A1}" type="pres">
      <dgm:prSet presAssocID="{79D4190F-06EA-4238-8D63-B225DBC22D6A}" presName="Accent2" presStyleCnt="0"/>
      <dgm:spPr/>
    </dgm:pt>
    <dgm:pt modelId="{42AA6BF5-236E-490C-A969-626BE6E4BB9C}" type="pres">
      <dgm:prSet presAssocID="{79D4190F-06EA-4238-8D63-B225DBC22D6A}" presName="Accent" presStyleLbl="bgShp" presStyleIdx="1" presStyleCnt="6"/>
      <dgm:spPr/>
    </dgm:pt>
    <dgm:pt modelId="{E49CC2E0-27B6-454B-B3A2-6B53ADFA8A60}" type="pres">
      <dgm:prSet presAssocID="{79D4190F-06EA-4238-8D63-B225DBC22D6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76EBFD2C-15F4-4BD1-AB19-AA4BFE0FAF2D}" type="pres">
      <dgm:prSet presAssocID="{ADC22CB9-53CC-4F46-B117-4D4AC8E923B1}" presName="Accent3" presStyleCnt="0"/>
      <dgm:spPr/>
    </dgm:pt>
    <dgm:pt modelId="{4606A68C-1459-45FD-A926-BEF51B3F9A16}" type="pres">
      <dgm:prSet presAssocID="{ADC22CB9-53CC-4F46-B117-4D4AC8E923B1}" presName="Accent" presStyleLbl="bgShp" presStyleIdx="2" presStyleCnt="6"/>
      <dgm:spPr/>
    </dgm:pt>
    <dgm:pt modelId="{EF35F2AC-670C-466F-83D1-AC6488378025}" type="pres">
      <dgm:prSet presAssocID="{ADC22CB9-53CC-4F46-B117-4D4AC8E923B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2D09615-0469-4A64-9ADE-F7C9EC61A3C0}" type="pres">
      <dgm:prSet presAssocID="{565C9AED-2FCF-41ED-896E-BA7E3C1FF25E}" presName="Accent4" presStyleCnt="0"/>
      <dgm:spPr/>
    </dgm:pt>
    <dgm:pt modelId="{03707AEE-8350-417A-AE6D-DCFB67204CCB}" type="pres">
      <dgm:prSet presAssocID="{565C9AED-2FCF-41ED-896E-BA7E3C1FF25E}" presName="Accent" presStyleLbl="bgShp" presStyleIdx="3" presStyleCnt="6"/>
      <dgm:spPr/>
    </dgm:pt>
    <dgm:pt modelId="{57719039-78C0-478B-B8FD-74FD3FF641B3}" type="pres">
      <dgm:prSet presAssocID="{565C9AED-2FCF-41ED-896E-BA7E3C1FF25E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DD32BB54-2512-4D4A-AE8C-59474186CF78}" type="pres">
      <dgm:prSet presAssocID="{219D80C6-4AE7-4273-A814-CA70670751FB}" presName="Accent5" presStyleCnt="0"/>
      <dgm:spPr/>
    </dgm:pt>
    <dgm:pt modelId="{B2802F04-7DA7-4AA4-979A-C1B53BA3077A}" type="pres">
      <dgm:prSet presAssocID="{219D80C6-4AE7-4273-A814-CA70670751FB}" presName="Accent" presStyleLbl="bgShp" presStyleIdx="4" presStyleCnt="6"/>
      <dgm:spPr/>
    </dgm:pt>
    <dgm:pt modelId="{F24AD47B-9AEF-45E3-9DBF-05C3D6CEE292}" type="pres">
      <dgm:prSet presAssocID="{219D80C6-4AE7-4273-A814-CA70670751FB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B780F04-173A-4A4E-AAA4-6518E3E068EF}" type="pres">
      <dgm:prSet presAssocID="{6B729C36-B4F2-40FD-98BD-DDB65B08E8B2}" presName="Accent6" presStyleCnt="0"/>
      <dgm:spPr/>
    </dgm:pt>
    <dgm:pt modelId="{647822FA-5D32-4960-86B9-A3F25A41830C}" type="pres">
      <dgm:prSet presAssocID="{6B729C36-B4F2-40FD-98BD-DDB65B08E8B2}" presName="Accent" presStyleLbl="bgShp" presStyleIdx="5" presStyleCnt="6"/>
      <dgm:spPr/>
    </dgm:pt>
    <dgm:pt modelId="{D3FAF017-90B7-4ECE-88F2-DD3DB33B6E84}" type="pres">
      <dgm:prSet presAssocID="{6B729C36-B4F2-40FD-98BD-DDB65B08E8B2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8676706-1289-485A-B731-565EF851E574}" srcId="{A5ACD36C-4CC1-4668-832F-8BEEA61E8464}" destId="{ADC22CB9-53CC-4F46-B117-4D4AC8E923B1}" srcOrd="2" destOrd="0" parTransId="{BEDCC6D0-0873-416E-BDD8-441F47D513DC}" sibTransId="{8EA4F0A0-A4A2-41C0-8F89-9D637670FB66}"/>
    <dgm:cxn modelId="{7A682C23-37C0-4A17-9213-B76E20A2ED71}" type="presOf" srcId="{ADC22CB9-53CC-4F46-B117-4D4AC8E923B1}" destId="{EF35F2AC-670C-466F-83D1-AC6488378025}" srcOrd="0" destOrd="0" presId="urn:microsoft.com/office/officeart/2011/layout/HexagonRadial"/>
    <dgm:cxn modelId="{69FF9C30-F247-43F6-96EE-38151AA0BF29}" srcId="{A5ACD36C-4CC1-4668-832F-8BEEA61E8464}" destId="{219D80C6-4AE7-4273-A814-CA70670751FB}" srcOrd="4" destOrd="0" parTransId="{2FA6CAA1-55B9-458A-93E7-797B391F08FC}" sibTransId="{E91FA825-11CA-4823-93F4-C3CBEF63A666}"/>
    <dgm:cxn modelId="{4C9ED360-96C6-4511-87D8-BA29A6DB5DC2}" srcId="{A5ACD36C-4CC1-4668-832F-8BEEA61E8464}" destId="{6B729C36-B4F2-40FD-98BD-DDB65B08E8B2}" srcOrd="5" destOrd="0" parTransId="{FD8B6363-F7A1-4123-AE2D-FED7DD7D6C5B}" sibTransId="{C5EDA674-4C21-49BE-B5E9-24610DB52D50}"/>
    <dgm:cxn modelId="{92ECCD68-C00F-4ADA-B9C2-43550B2B50A2}" srcId="{A5ACD36C-4CC1-4668-832F-8BEEA61E8464}" destId="{565C9AED-2FCF-41ED-896E-BA7E3C1FF25E}" srcOrd="3" destOrd="0" parTransId="{DB1A90BB-4F6A-456E-841F-89CD3A9E575E}" sibTransId="{28E3A961-72DB-40EA-92E1-64A9F3B56CA0}"/>
    <dgm:cxn modelId="{141F7B7A-B923-43FB-9179-76CD1104D892}" type="presOf" srcId="{565C9AED-2FCF-41ED-896E-BA7E3C1FF25E}" destId="{57719039-78C0-478B-B8FD-74FD3FF641B3}" srcOrd="0" destOrd="0" presId="urn:microsoft.com/office/officeart/2011/layout/HexagonRadial"/>
    <dgm:cxn modelId="{D9C6FF7D-8455-40F2-BC23-81B0FBE6F3D3}" srcId="{A5ACD36C-4CC1-4668-832F-8BEEA61E8464}" destId="{79D4190F-06EA-4238-8D63-B225DBC22D6A}" srcOrd="1" destOrd="0" parTransId="{11F1DF19-1687-4C1E-875F-C6C69516EC52}" sibTransId="{934A5BDE-CA80-4BF1-B989-4D891555F600}"/>
    <dgm:cxn modelId="{E19DF396-078F-49B0-8233-C9546419EAC2}" type="presOf" srcId="{075C74AF-032B-4CD1-8B87-93AC79A22266}" destId="{D44C8F0E-9374-4DF1-AC07-52F8350BA5F0}" srcOrd="0" destOrd="0" presId="urn:microsoft.com/office/officeart/2011/layout/HexagonRadial"/>
    <dgm:cxn modelId="{A0CC79AE-8E57-4620-B150-AC3DB4999757}" type="presOf" srcId="{6B729C36-B4F2-40FD-98BD-DDB65B08E8B2}" destId="{D3FAF017-90B7-4ECE-88F2-DD3DB33B6E84}" srcOrd="0" destOrd="0" presId="urn:microsoft.com/office/officeart/2011/layout/HexagonRadial"/>
    <dgm:cxn modelId="{36733FBF-056A-496D-95F9-34E7ECED925C}" type="presOf" srcId="{219D80C6-4AE7-4273-A814-CA70670751FB}" destId="{F24AD47B-9AEF-45E3-9DBF-05C3D6CEE292}" srcOrd="0" destOrd="0" presId="urn:microsoft.com/office/officeart/2011/layout/HexagonRadial"/>
    <dgm:cxn modelId="{D02764CD-7C88-4351-AEF0-0EF272381513}" type="presOf" srcId="{79D4190F-06EA-4238-8D63-B225DBC22D6A}" destId="{E49CC2E0-27B6-454B-B3A2-6B53ADFA8A60}" srcOrd="0" destOrd="0" presId="urn:microsoft.com/office/officeart/2011/layout/HexagonRadial"/>
    <dgm:cxn modelId="{F168B2CF-4723-4430-95AD-A93F49C8318A}" srcId="{A5ACD36C-4CC1-4668-832F-8BEEA61E8464}" destId="{075C74AF-032B-4CD1-8B87-93AC79A22266}" srcOrd="0" destOrd="0" parTransId="{386B149C-A43F-48F2-862B-2C1917BB7AC1}" sibTransId="{F78D6DEC-A47B-4BF1-92A5-19F5527CFA5C}"/>
    <dgm:cxn modelId="{031E02D9-507C-4C8D-AE29-2D33D493A032}" type="presOf" srcId="{CE3E63D8-A91F-4AE6-94AD-FA3A0C23DA31}" destId="{36BAE0C3-EA2B-4134-8B54-00E408D55252}" srcOrd="0" destOrd="0" presId="urn:microsoft.com/office/officeart/2011/layout/HexagonRadial"/>
    <dgm:cxn modelId="{14965DE5-53A1-4ED2-B656-39D5D9DD4EFA}" srcId="{CE3E63D8-A91F-4AE6-94AD-FA3A0C23DA31}" destId="{A5ACD36C-4CC1-4668-832F-8BEEA61E8464}" srcOrd="0" destOrd="0" parTransId="{AFEB5346-44D9-4DBC-9AFD-6C89D0A996E0}" sibTransId="{5328B45A-E2B3-464C-B5AF-D980455F6615}"/>
    <dgm:cxn modelId="{DD3214F9-3012-418E-B91C-05F99F0EFD0A}" type="presOf" srcId="{A5ACD36C-4CC1-4668-832F-8BEEA61E8464}" destId="{2AAE7810-A184-4DFE-BEC6-B067B3BC3AE9}" srcOrd="0" destOrd="0" presId="urn:microsoft.com/office/officeart/2011/layout/HexagonRadial"/>
    <dgm:cxn modelId="{802ADF56-7A15-4A1C-AA63-461BDACFA200}" type="presParOf" srcId="{36BAE0C3-EA2B-4134-8B54-00E408D55252}" destId="{2AAE7810-A184-4DFE-BEC6-B067B3BC3AE9}" srcOrd="0" destOrd="0" presId="urn:microsoft.com/office/officeart/2011/layout/HexagonRadial"/>
    <dgm:cxn modelId="{0D5770F3-28A2-4A59-9E04-512D718F5416}" type="presParOf" srcId="{36BAE0C3-EA2B-4134-8B54-00E408D55252}" destId="{BA77D7C7-1F0A-4C1A-BBC0-9FA8A3B3FA58}" srcOrd="1" destOrd="0" presId="urn:microsoft.com/office/officeart/2011/layout/HexagonRadial"/>
    <dgm:cxn modelId="{56CC6D43-5C8F-40C2-B4A7-BF6ED1C179C5}" type="presParOf" srcId="{BA77D7C7-1F0A-4C1A-BBC0-9FA8A3B3FA58}" destId="{BD3DC8A6-D67E-4E20-A820-BFD8D3D5CFCE}" srcOrd="0" destOrd="0" presId="urn:microsoft.com/office/officeart/2011/layout/HexagonRadial"/>
    <dgm:cxn modelId="{311D10B9-4C74-449A-990E-1BD0687C098E}" type="presParOf" srcId="{36BAE0C3-EA2B-4134-8B54-00E408D55252}" destId="{D44C8F0E-9374-4DF1-AC07-52F8350BA5F0}" srcOrd="2" destOrd="0" presId="urn:microsoft.com/office/officeart/2011/layout/HexagonRadial"/>
    <dgm:cxn modelId="{534DC533-046B-498B-9962-655B95A8AC36}" type="presParOf" srcId="{36BAE0C3-EA2B-4134-8B54-00E408D55252}" destId="{9C4DE3E8-4BF5-40B1-888D-8793933738A1}" srcOrd="3" destOrd="0" presId="urn:microsoft.com/office/officeart/2011/layout/HexagonRadial"/>
    <dgm:cxn modelId="{1B596567-79B3-4765-BB01-123B67B36A5C}" type="presParOf" srcId="{9C4DE3E8-4BF5-40B1-888D-8793933738A1}" destId="{42AA6BF5-236E-490C-A969-626BE6E4BB9C}" srcOrd="0" destOrd="0" presId="urn:microsoft.com/office/officeart/2011/layout/HexagonRadial"/>
    <dgm:cxn modelId="{20AD453C-9149-4AD4-97C7-57E4349E2C41}" type="presParOf" srcId="{36BAE0C3-EA2B-4134-8B54-00E408D55252}" destId="{E49CC2E0-27B6-454B-B3A2-6B53ADFA8A60}" srcOrd="4" destOrd="0" presId="urn:microsoft.com/office/officeart/2011/layout/HexagonRadial"/>
    <dgm:cxn modelId="{25380444-7584-44C3-A6F9-6CF9DA613EEF}" type="presParOf" srcId="{36BAE0C3-EA2B-4134-8B54-00E408D55252}" destId="{76EBFD2C-15F4-4BD1-AB19-AA4BFE0FAF2D}" srcOrd="5" destOrd="0" presId="urn:microsoft.com/office/officeart/2011/layout/HexagonRadial"/>
    <dgm:cxn modelId="{6A6AA520-8AAC-44DD-AEEB-E6EC321F6D40}" type="presParOf" srcId="{76EBFD2C-15F4-4BD1-AB19-AA4BFE0FAF2D}" destId="{4606A68C-1459-45FD-A926-BEF51B3F9A16}" srcOrd="0" destOrd="0" presId="urn:microsoft.com/office/officeart/2011/layout/HexagonRadial"/>
    <dgm:cxn modelId="{E333B914-DD2F-4BCC-BD6A-26058FAA258D}" type="presParOf" srcId="{36BAE0C3-EA2B-4134-8B54-00E408D55252}" destId="{EF35F2AC-670C-466F-83D1-AC6488378025}" srcOrd="6" destOrd="0" presId="urn:microsoft.com/office/officeart/2011/layout/HexagonRadial"/>
    <dgm:cxn modelId="{CB520ABA-FA87-48C3-89D5-7DFB75A2DEE8}" type="presParOf" srcId="{36BAE0C3-EA2B-4134-8B54-00E408D55252}" destId="{A2D09615-0469-4A64-9ADE-F7C9EC61A3C0}" srcOrd="7" destOrd="0" presId="urn:microsoft.com/office/officeart/2011/layout/HexagonRadial"/>
    <dgm:cxn modelId="{35CF1E8F-0F37-46AB-BCBA-DC0635C6548D}" type="presParOf" srcId="{A2D09615-0469-4A64-9ADE-F7C9EC61A3C0}" destId="{03707AEE-8350-417A-AE6D-DCFB67204CCB}" srcOrd="0" destOrd="0" presId="urn:microsoft.com/office/officeart/2011/layout/HexagonRadial"/>
    <dgm:cxn modelId="{4D0F138E-FE81-43D9-B7B5-5A88974F6905}" type="presParOf" srcId="{36BAE0C3-EA2B-4134-8B54-00E408D55252}" destId="{57719039-78C0-478B-B8FD-74FD3FF641B3}" srcOrd="8" destOrd="0" presId="urn:microsoft.com/office/officeart/2011/layout/HexagonRadial"/>
    <dgm:cxn modelId="{DDC546E7-AFC6-4844-9B0D-1EB868832D8C}" type="presParOf" srcId="{36BAE0C3-EA2B-4134-8B54-00E408D55252}" destId="{DD32BB54-2512-4D4A-AE8C-59474186CF78}" srcOrd="9" destOrd="0" presId="urn:microsoft.com/office/officeart/2011/layout/HexagonRadial"/>
    <dgm:cxn modelId="{BD10DD80-618E-4786-B1EC-31782DF993FD}" type="presParOf" srcId="{DD32BB54-2512-4D4A-AE8C-59474186CF78}" destId="{B2802F04-7DA7-4AA4-979A-C1B53BA3077A}" srcOrd="0" destOrd="0" presId="urn:microsoft.com/office/officeart/2011/layout/HexagonRadial"/>
    <dgm:cxn modelId="{EA4A4A01-B8FA-4B13-9CD9-5CAC3C2E4569}" type="presParOf" srcId="{36BAE0C3-EA2B-4134-8B54-00E408D55252}" destId="{F24AD47B-9AEF-45E3-9DBF-05C3D6CEE292}" srcOrd="10" destOrd="0" presId="urn:microsoft.com/office/officeart/2011/layout/HexagonRadial"/>
    <dgm:cxn modelId="{CCA41BB9-7944-4A8C-9653-C5041C566BD9}" type="presParOf" srcId="{36BAE0C3-EA2B-4134-8B54-00E408D55252}" destId="{FB780F04-173A-4A4E-AAA4-6518E3E068EF}" srcOrd="11" destOrd="0" presId="urn:microsoft.com/office/officeart/2011/layout/HexagonRadial"/>
    <dgm:cxn modelId="{7AD85AF6-E576-43C2-82B2-B0455C16D4B7}" type="presParOf" srcId="{FB780F04-173A-4A4E-AAA4-6518E3E068EF}" destId="{647822FA-5D32-4960-86B9-A3F25A41830C}" srcOrd="0" destOrd="0" presId="urn:microsoft.com/office/officeart/2011/layout/HexagonRadial"/>
    <dgm:cxn modelId="{EDAE74AD-6EC3-4606-B8F7-169AF294689B}" type="presParOf" srcId="{36BAE0C3-EA2B-4134-8B54-00E408D55252}" destId="{D3FAF017-90B7-4ECE-88F2-DD3DB33B6E84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3E63D8-A91F-4AE6-94AD-FA3A0C23DA31}" type="doc">
      <dgm:prSet loTypeId="urn:microsoft.com/office/officeart/2011/layout/HexagonRadial" loCatId="cycle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ACD36C-4CC1-4668-832F-8BEEA61E8464}">
      <dgm:prSet phldrT="[Text]"/>
      <dgm:spPr/>
      <dgm:t>
        <a:bodyPr/>
        <a:lstStyle/>
        <a:p>
          <a:r>
            <a:rPr lang="en-US" b="1"/>
            <a:t>Prepare</a:t>
          </a:r>
          <a:endParaRPr lang="en-US" b="1" dirty="0"/>
        </a:p>
      </dgm:t>
    </dgm:pt>
    <dgm:pt modelId="{AFEB5346-44D9-4DBC-9AFD-6C89D0A996E0}" type="parTrans" cxnId="{14965DE5-53A1-4ED2-B656-39D5D9DD4EFA}">
      <dgm:prSet/>
      <dgm:spPr/>
      <dgm:t>
        <a:bodyPr/>
        <a:lstStyle/>
        <a:p>
          <a:endParaRPr lang="en-US"/>
        </a:p>
      </dgm:t>
    </dgm:pt>
    <dgm:pt modelId="{5328B45A-E2B3-464C-B5AF-D980455F6615}" type="sibTrans" cxnId="{14965DE5-53A1-4ED2-B656-39D5D9DD4EFA}">
      <dgm:prSet/>
      <dgm:spPr/>
      <dgm:t>
        <a:bodyPr/>
        <a:lstStyle/>
        <a:p>
          <a:endParaRPr lang="en-US"/>
        </a:p>
      </dgm:t>
    </dgm:pt>
    <dgm:pt modelId="{075C74AF-032B-4CD1-8B87-93AC79A22266}">
      <dgm:prSet phldrT="[Text]"/>
      <dgm:spPr/>
      <dgm:t>
        <a:bodyPr/>
        <a:lstStyle/>
        <a:p>
          <a:r>
            <a:rPr lang="en-US" b="1"/>
            <a:t>Categorize</a:t>
          </a:r>
          <a:endParaRPr lang="en-US" b="1" dirty="0"/>
        </a:p>
      </dgm:t>
    </dgm:pt>
    <dgm:pt modelId="{386B149C-A43F-48F2-862B-2C1917BB7AC1}" type="parTrans" cxnId="{F168B2CF-4723-4430-95AD-A93F49C8318A}">
      <dgm:prSet/>
      <dgm:spPr/>
      <dgm:t>
        <a:bodyPr/>
        <a:lstStyle/>
        <a:p>
          <a:endParaRPr lang="en-US"/>
        </a:p>
      </dgm:t>
    </dgm:pt>
    <dgm:pt modelId="{F78D6DEC-A47B-4BF1-92A5-19F5527CFA5C}" type="sibTrans" cxnId="{F168B2CF-4723-4430-95AD-A93F49C8318A}">
      <dgm:prSet/>
      <dgm:spPr/>
      <dgm:t>
        <a:bodyPr/>
        <a:lstStyle/>
        <a:p>
          <a:endParaRPr lang="en-US"/>
        </a:p>
      </dgm:t>
    </dgm:pt>
    <dgm:pt modelId="{79D4190F-06EA-4238-8D63-B225DBC22D6A}">
      <dgm:prSet phldrT="[Text]"/>
      <dgm:spPr/>
      <dgm:t>
        <a:bodyPr/>
        <a:lstStyle/>
        <a:p>
          <a:r>
            <a:rPr lang="en-US" b="1"/>
            <a:t>Select</a:t>
          </a:r>
          <a:endParaRPr lang="en-US" b="1" dirty="0"/>
        </a:p>
      </dgm:t>
    </dgm:pt>
    <dgm:pt modelId="{11F1DF19-1687-4C1E-875F-C6C69516EC52}" type="parTrans" cxnId="{D9C6FF7D-8455-40F2-BC23-81B0FBE6F3D3}">
      <dgm:prSet/>
      <dgm:spPr/>
      <dgm:t>
        <a:bodyPr/>
        <a:lstStyle/>
        <a:p>
          <a:endParaRPr lang="en-US"/>
        </a:p>
      </dgm:t>
    </dgm:pt>
    <dgm:pt modelId="{934A5BDE-CA80-4BF1-B989-4D891555F600}" type="sibTrans" cxnId="{D9C6FF7D-8455-40F2-BC23-81B0FBE6F3D3}">
      <dgm:prSet/>
      <dgm:spPr/>
      <dgm:t>
        <a:bodyPr/>
        <a:lstStyle/>
        <a:p>
          <a:endParaRPr lang="en-US"/>
        </a:p>
      </dgm:t>
    </dgm:pt>
    <dgm:pt modelId="{ADC22CB9-53CC-4F46-B117-4D4AC8E923B1}">
      <dgm:prSet phldrT="[Text]"/>
      <dgm:spPr/>
      <dgm:t>
        <a:bodyPr/>
        <a:lstStyle/>
        <a:p>
          <a:r>
            <a:rPr lang="en-US" b="1"/>
            <a:t>Implement</a:t>
          </a:r>
          <a:endParaRPr lang="en-US" b="1" dirty="0"/>
        </a:p>
      </dgm:t>
    </dgm:pt>
    <dgm:pt modelId="{BEDCC6D0-0873-416E-BDD8-441F47D513DC}" type="parTrans" cxnId="{58676706-1289-485A-B731-565EF851E574}">
      <dgm:prSet/>
      <dgm:spPr/>
      <dgm:t>
        <a:bodyPr/>
        <a:lstStyle/>
        <a:p>
          <a:endParaRPr lang="en-US"/>
        </a:p>
      </dgm:t>
    </dgm:pt>
    <dgm:pt modelId="{8EA4F0A0-A4A2-41C0-8F89-9D637670FB66}" type="sibTrans" cxnId="{58676706-1289-485A-B731-565EF851E574}">
      <dgm:prSet/>
      <dgm:spPr/>
      <dgm:t>
        <a:bodyPr/>
        <a:lstStyle/>
        <a:p>
          <a:endParaRPr lang="en-US"/>
        </a:p>
      </dgm:t>
    </dgm:pt>
    <dgm:pt modelId="{565C9AED-2FCF-41ED-896E-BA7E3C1FF25E}">
      <dgm:prSet phldrT="[Text]"/>
      <dgm:spPr/>
      <dgm:t>
        <a:bodyPr/>
        <a:lstStyle/>
        <a:p>
          <a:r>
            <a:rPr lang="en-US" b="1"/>
            <a:t>Assess</a:t>
          </a:r>
          <a:endParaRPr lang="en-US" b="1" dirty="0"/>
        </a:p>
      </dgm:t>
    </dgm:pt>
    <dgm:pt modelId="{DB1A90BB-4F6A-456E-841F-89CD3A9E575E}" type="parTrans" cxnId="{92ECCD68-C00F-4ADA-B9C2-43550B2B50A2}">
      <dgm:prSet/>
      <dgm:spPr/>
      <dgm:t>
        <a:bodyPr/>
        <a:lstStyle/>
        <a:p>
          <a:endParaRPr lang="en-US"/>
        </a:p>
      </dgm:t>
    </dgm:pt>
    <dgm:pt modelId="{28E3A961-72DB-40EA-92E1-64A9F3B56CA0}" type="sibTrans" cxnId="{92ECCD68-C00F-4ADA-B9C2-43550B2B50A2}">
      <dgm:prSet/>
      <dgm:spPr/>
      <dgm:t>
        <a:bodyPr/>
        <a:lstStyle/>
        <a:p>
          <a:endParaRPr lang="en-US"/>
        </a:p>
      </dgm:t>
    </dgm:pt>
    <dgm:pt modelId="{219D80C6-4AE7-4273-A814-CA70670751FB}">
      <dgm:prSet phldrT="[Text]"/>
      <dgm:spPr/>
      <dgm:t>
        <a:bodyPr/>
        <a:lstStyle/>
        <a:p>
          <a:r>
            <a:rPr lang="en-US" b="1"/>
            <a:t>Authorize</a:t>
          </a:r>
          <a:endParaRPr lang="en-US" b="1" dirty="0"/>
        </a:p>
      </dgm:t>
    </dgm:pt>
    <dgm:pt modelId="{2FA6CAA1-55B9-458A-93E7-797B391F08FC}" type="parTrans" cxnId="{69FF9C30-F247-43F6-96EE-38151AA0BF29}">
      <dgm:prSet/>
      <dgm:spPr/>
      <dgm:t>
        <a:bodyPr/>
        <a:lstStyle/>
        <a:p>
          <a:endParaRPr lang="en-US"/>
        </a:p>
      </dgm:t>
    </dgm:pt>
    <dgm:pt modelId="{E91FA825-11CA-4823-93F4-C3CBEF63A666}" type="sibTrans" cxnId="{69FF9C30-F247-43F6-96EE-38151AA0BF29}">
      <dgm:prSet/>
      <dgm:spPr/>
      <dgm:t>
        <a:bodyPr/>
        <a:lstStyle/>
        <a:p>
          <a:endParaRPr lang="en-US"/>
        </a:p>
      </dgm:t>
    </dgm:pt>
    <dgm:pt modelId="{6B729C36-B4F2-40FD-98BD-DDB65B08E8B2}">
      <dgm:prSet phldrT="[Text]"/>
      <dgm:spPr/>
      <dgm:t>
        <a:bodyPr/>
        <a:lstStyle/>
        <a:p>
          <a:r>
            <a:rPr lang="en-US" b="1"/>
            <a:t>Monitor</a:t>
          </a:r>
          <a:endParaRPr lang="en-US" b="1" dirty="0"/>
        </a:p>
      </dgm:t>
    </dgm:pt>
    <dgm:pt modelId="{FD8B6363-F7A1-4123-AE2D-FED7DD7D6C5B}" type="parTrans" cxnId="{4C9ED360-96C6-4511-87D8-BA29A6DB5DC2}">
      <dgm:prSet/>
      <dgm:spPr/>
      <dgm:t>
        <a:bodyPr/>
        <a:lstStyle/>
        <a:p>
          <a:endParaRPr lang="en-US"/>
        </a:p>
      </dgm:t>
    </dgm:pt>
    <dgm:pt modelId="{C5EDA674-4C21-49BE-B5E9-24610DB52D50}" type="sibTrans" cxnId="{4C9ED360-96C6-4511-87D8-BA29A6DB5DC2}">
      <dgm:prSet/>
      <dgm:spPr/>
      <dgm:t>
        <a:bodyPr/>
        <a:lstStyle/>
        <a:p>
          <a:endParaRPr lang="en-US"/>
        </a:p>
      </dgm:t>
    </dgm:pt>
    <dgm:pt modelId="{36BAE0C3-EA2B-4134-8B54-00E408D55252}" type="pres">
      <dgm:prSet presAssocID="{CE3E63D8-A91F-4AE6-94AD-FA3A0C23DA3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AAE7810-A184-4DFE-BEC6-B067B3BC3AE9}" type="pres">
      <dgm:prSet presAssocID="{A5ACD36C-4CC1-4668-832F-8BEEA61E8464}" presName="Parent" presStyleLbl="node0" presStyleIdx="0" presStyleCnt="1">
        <dgm:presLayoutVars>
          <dgm:chMax val="6"/>
          <dgm:chPref val="6"/>
        </dgm:presLayoutVars>
      </dgm:prSet>
      <dgm:spPr/>
    </dgm:pt>
    <dgm:pt modelId="{BA77D7C7-1F0A-4C1A-BBC0-9FA8A3B3FA58}" type="pres">
      <dgm:prSet presAssocID="{075C74AF-032B-4CD1-8B87-93AC79A22266}" presName="Accent1" presStyleCnt="0"/>
      <dgm:spPr/>
    </dgm:pt>
    <dgm:pt modelId="{BD3DC8A6-D67E-4E20-A820-BFD8D3D5CFCE}" type="pres">
      <dgm:prSet presAssocID="{075C74AF-032B-4CD1-8B87-93AC79A22266}" presName="Accent" presStyleLbl="bgShp" presStyleIdx="0" presStyleCnt="6"/>
      <dgm:spPr/>
    </dgm:pt>
    <dgm:pt modelId="{D44C8F0E-9374-4DF1-AC07-52F8350BA5F0}" type="pres">
      <dgm:prSet presAssocID="{075C74AF-032B-4CD1-8B87-93AC79A2226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C4DE3E8-4BF5-40B1-888D-8793933738A1}" type="pres">
      <dgm:prSet presAssocID="{79D4190F-06EA-4238-8D63-B225DBC22D6A}" presName="Accent2" presStyleCnt="0"/>
      <dgm:spPr/>
    </dgm:pt>
    <dgm:pt modelId="{42AA6BF5-236E-490C-A969-626BE6E4BB9C}" type="pres">
      <dgm:prSet presAssocID="{79D4190F-06EA-4238-8D63-B225DBC22D6A}" presName="Accent" presStyleLbl="bgShp" presStyleIdx="1" presStyleCnt="6"/>
      <dgm:spPr/>
    </dgm:pt>
    <dgm:pt modelId="{E49CC2E0-27B6-454B-B3A2-6B53ADFA8A60}" type="pres">
      <dgm:prSet presAssocID="{79D4190F-06EA-4238-8D63-B225DBC22D6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76EBFD2C-15F4-4BD1-AB19-AA4BFE0FAF2D}" type="pres">
      <dgm:prSet presAssocID="{ADC22CB9-53CC-4F46-B117-4D4AC8E923B1}" presName="Accent3" presStyleCnt="0"/>
      <dgm:spPr/>
    </dgm:pt>
    <dgm:pt modelId="{4606A68C-1459-45FD-A926-BEF51B3F9A16}" type="pres">
      <dgm:prSet presAssocID="{ADC22CB9-53CC-4F46-B117-4D4AC8E923B1}" presName="Accent" presStyleLbl="bgShp" presStyleIdx="2" presStyleCnt="6"/>
      <dgm:spPr/>
    </dgm:pt>
    <dgm:pt modelId="{EF35F2AC-670C-466F-83D1-AC6488378025}" type="pres">
      <dgm:prSet presAssocID="{ADC22CB9-53CC-4F46-B117-4D4AC8E923B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2D09615-0469-4A64-9ADE-F7C9EC61A3C0}" type="pres">
      <dgm:prSet presAssocID="{565C9AED-2FCF-41ED-896E-BA7E3C1FF25E}" presName="Accent4" presStyleCnt="0"/>
      <dgm:spPr/>
    </dgm:pt>
    <dgm:pt modelId="{03707AEE-8350-417A-AE6D-DCFB67204CCB}" type="pres">
      <dgm:prSet presAssocID="{565C9AED-2FCF-41ED-896E-BA7E3C1FF25E}" presName="Accent" presStyleLbl="bgShp" presStyleIdx="3" presStyleCnt="6"/>
      <dgm:spPr/>
    </dgm:pt>
    <dgm:pt modelId="{57719039-78C0-478B-B8FD-74FD3FF641B3}" type="pres">
      <dgm:prSet presAssocID="{565C9AED-2FCF-41ED-896E-BA7E3C1FF25E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DD32BB54-2512-4D4A-AE8C-59474186CF78}" type="pres">
      <dgm:prSet presAssocID="{219D80C6-4AE7-4273-A814-CA70670751FB}" presName="Accent5" presStyleCnt="0"/>
      <dgm:spPr/>
    </dgm:pt>
    <dgm:pt modelId="{B2802F04-7DA7-4AA4-979A-C1B53BA3077A}" type="pres">
      <dgm:prSet presAssocID="{219D80C6-4AE7-4273-A814-CA70670751FB}" presName="Accent" presStyleLbl="bgShp" presStyleIdx="4" presStyleCnt="6"/>
      <dgm:spPr/>
    </dgm:pt>
    <dgm:pt modelId="{F24AD47B-9AEF-45E3-9DBF-05C3D6CEE292}" type="pres">
      <dgm:prSet presAssocID="{219D80C6-4AE7-4273-A814-CA70670751FB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B780F04-173A-4A4E-AAA4-6518E3E068EF}" type="pres">
      <dgm:prSet presAssocID="{6B729C36-B4F2-40FD-98BD-DDB65B08E8B2}" presName="Accent6" presStyleCnt="0"/>
      <dgm:spPr/>
    </dgm:pt>
    <dgm:pt modelId="{647822FA-5D32-4960-86B9-A3F25A41830C}" type="pres">
      <dgm:prSet presAssocID="{6B729C36-B4F2-40FD-98BD-DDB65B08E8B2}" presName="Accent" presStyleLbl="bgShp" presStyleIdx="5" presStyleCnt="6"/>
      <dgm:spPr/>
    </dgm:pt>
    <dgm:pt modelId="{D3FAF017-90B7-4ECE-88F2-DD3DB33B6E84}" type="pres">
      <dgm:prSet presAssocID="{6B729C36-B4F2-40FD-98BD-DDB65B08E8B2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8676706-1289-485A-B731-565EF851E574}" srcId="{A5ACD36C-4CC1-4668-832F-8BEEA61E8464}" destId="{ADC22CB9-53CC-4F46-B117-4D4AC8E923B1}" srcOrd="2" destOrd="0" parTransId="{BEDCC6D0-0873-416E-BDD8-441F47D513DC}" sibTransId="{8EA4F0A0-A4A2-41C0-8F89-9D637670FB66}"/>
    <dgm:cxn modelId="{7A682C23-37C0-4A17-9213-B76E20A2ED71}" type="presOf" srcId="{ADC22CB9-53CC-4F46-B117-4D4AC8E923B1}" destId="{EF35F2AC-670C-466F-83D1-AC6488378025}" srcOrd="0" destOrd="0" presId="urn:microsoft.com/office/officeart/2011/layout/HexagonRadial"/>
    <dgm:cxn modelId="{69FF9C30-F247-43F6-96EE-38151AA0BF29}" srcId="{A5ACD36C-4CC1-4668-832F-8BEEA61E8464}" destId="{219D80C6-4AE7-4273-A814-CA70670751FB}" srcOrd="4" destOrd="0" parTransId="{2FA6CAA1-55B9-458A-93E7-797B391F08FC}" sibTransId="{E91FA825-11CA-4823-93F4-C3CBEF63A666}"/>
    <dgm:cxn modelId="{4C9ED360-96C6-4511-87D8-BA29A6DB5DC2}" srcId="{A5ACD36C-4CC1-4668-832F-8BEEA61E8464}" destId="{6B729C36-B4F2-40FD-98BD-DDB65B08E8B2}" srcOrd="5" destOrd="0" parTransId="{FD8B6363-F7A1-4123-AE2D-FED7DD7D6C5B}" sibTransId="{C5EDA674-4C21-49BE-B5E9-24610DB52D50}"/>
    <dgm:cxn modelId="{92ECCD68-C00F-4ADA-B9C2-43550B2B50A2}" srcId="{A5ACD36C-4CC1-4668-832F-8BEEA61E8464}" destId="{565C9AED-2FCF-41ED-896E-BA7E3C1FF25E}" srcOrd="3" destOrd="0" parTransId="{DB1A90BB-4F6A-456E-841F-89CD3A9E575E}" sibTransId="{28E3A961-72DB-40EA-92E1-64A9F3B56CA0}"/>
    <dgm:cxn modelId="{141F7B7A-B923-43FB-9179-76CD1104D892}" type="presOf" srcId="{565C9AED-2FCF-41ED-896E-BA7E3C1FF25E}" destId="{57719039-78C0-478B-B8FD-74FD3FF641B3}" srcOrd="0" destOrd="0" presId="urn:microsoft.com/office/officeart/2011/layout/HexagonRadial"/>
    <dgm:cxn modelId="{D9C6FF7D-8455-40F2-BC23-81B0FBE6F3D3}" srcId="{A5ACD36C-4CC1-4668-832F-8BEEA61E8464}" destId="{79D4190F-06EA-4238-8D63-B225DBC22D6A}" srcOrd="1" destOrd="0" parTransId="{11F1DF19-1687-4C1E-875F-C6C69516EC52}" sibTransId="{934A5BDE-CA80-4BF1-B989-4D891555F600}"/>
    <dgm:cxn modelId="{E19DF396-078F-49B0-8233-C9546419EAC2}" type="presOf" srcId="{075C74AF-032B-4CD1-8B87-93AC79A22266}" destId="{D44C8F0E-9374-4DF1-AC07-52F8350BA5F0}" srcOrd="0" destOrd="0" presId="urn:microsoft.com/office/officeart/2011/layout/HexagonRadial"/>
    <dgm:cxn modelId="{A0CC79AE-8E57-4620-B150-AC3DB4999757}" type="presOf" srcId="{6B729C36-B4F2-40FD-98BD-DDB65B08E8B2}" destId="{D3FAF017-90B7-4ECE-88F2-DD3DB33B6E84}" srcOrd="0" destOrd="0" presId="urn:microsoft.com/office/officeart/2011/layout/HexagonRadial"/>
    <dgm:cxn modelId="{36733FBF-056A-496D-95F9-34E7ECED925C}" type="presOf" srcId="{219D80C6-4AE7-4273-A814-CA70670751FB}" destId="{F24AD47B-9AEF-45E3-9DBF-05C3D6CEE292}" srcOrd="0" destOrd="0" presId="urn:microsoft.com/office/officeart/2011/layout/HexagonRadial"/>
    <dgm:cxn modelId="{D02764CD-7C88-4351-AEF0-0EF272381513}" type="presOf" srcId="{79D4190F-06EA-4238-8D63-B225DBC22D6A}" destId="{E49CC2E0-27B6-454B-B3A2-6B53ADFA8A60}" srcOrd="0" destOrd="0" presId="urn:microsoft.com/office/officeart/2011/layout/HexagonRadial"/>
    <dgm:cxn modelId="{F168B2CF-4723-4430-95AD-A93F49C8318A}" srcId="{A5ACD36C-4CC1-4668-832F-8BEEA61E8464}" destId="{075C74AF-032B-4CD1-8B87-93AC79A22266}" srcOrd="0" destOrd="0" parTransId="{386B149C-A43F-48F2-862B-2C1917BB7AC1}" sibTransId="{F78D6DEC-A47B-4BF1-92A5-19F5527CFA5C}"/>
    <dgm:cxn modelId="{031E02D9-507C-4C8D-AE29-2D33D493A032}" type="presOf" srcId="{CE3E63D8-A91F-4AE6-94AD-FA3A0C23DA31}" destId="{36BAE0C3-EA2B-4134-8B54-00E408D55252}" srcOrd="0" destOrd="0" presId="urn:microsoft.com/office/officeart/2011/layout/HexagonRadial"/>
    <dgm:cxn modelId="{14965DE5-53A1-4ED2-B656-39D5D9DD4EFA}" srcId="{CE3E63D8-A91F-4AE6-94AD-FA3A0C23DA31}" destId="{A5ACD36C-4CC1-4668-832F-8BEEA61E8464}" srcOrd="0" destOrd="0" parTransId="{AFEB5346-44D9-4DBC-9AFD-6C89D0A996E0}" sibTransId="{5328B45A-E2B3-464C-B5AF-D980455F6615}"/>
    <dgm:cxn modelId="{DD3214F9-3012-418E-B91C-05F99F0EFD0A}" type="presOf" srcId="{A5ACD36C-4CC1-4668-832F-8BEEA61E8464}" destId="{2AAE7810-A184-4DFE-BEC6-B067B3BC3AE9}" srcOrd="0" destOrd="0" presId="urn:microsoft.com/office/officeart/2011/layout/HexagonRadial"/>
    <dgm:cxn modelId="{802ADF56-7A15-4A1C-AA63-461BDACFA200}" type="presParOf" srcId="{36BAE0C3-EA2B-4134-8B54-00E408D55252}" destId="{2AAE7810-A184-4DFE-BEC6-B067B3BC3AE9}" srcOrd="0" destOrd="0" presId="urn:microsoft.com/office/officeart/2011/layout/HexagonRadial"/>
    <dgm:cxn modelId="{0D5770F3-28A2-4A59-9E04-512D718F5416}" type="presParOf" srcId="{36BAE0C3-EA2B-4134-8B54-00E408D55252}" destId="{BA77D7C7-1F0A-4C1A-BBC0-9FA8A3B3FA58}" srcOrd="1" destOrd="0" presId="urn:microsoft.com/office/officeart/2011/layout/HexagonRadial"/>
    <dgm:cxn modelId="{56CC6D43-5C8F-40C2-B4A7-BF6ED1C179C5}" type="presParOf" srcId="{BA77D7C7-1F0A-4C1A-BBC0-9FA8A3B3FA58}" destId="{BD3DC8A6-D67E-4E20-A820-BFD8D3D5CFCE}" srcOrd="0" destOrd="0" presId="urn:microsoft.com/office/officeart/2011/layout/HexagonRadial"/>
    <dgm:cxn modelId="{311D10B9-4C74-449A-990E-1BD0687C098E}" type="presParOf" srcId="{36BAE0C3-EA2B-4134-8B54-00E408D55252}" destId="{D44C8F0E-9374-4DF1-AC07-52F8350BA5F0}" srcOrd="2" destOrd="0" presId="urn:microsoft.com/office/officeart/2011/layout/HexagonRadial"/>
    <dgm:cxn modelId="{534DC533-046B-498B-9962-655B95A8AC36}" type="presParOf" srcId="{36BAE0C3-EA2B-4134-8B54-00E408D55252}" destId="{9C4DE3E8-4BF5-40B1-888D-8793933738A1}" srcOrd="3" destOrd="0" presId="urn:microsoft.com/office/officeart/2011/layout/HexagonRadial"/>
    <dgm:cxn modelId="{1B596567-79B3-4765-BB01-123B67B36A5C}" type="presParOf" srcId="{9C4DE3E8-4BF5-40B1-888D-8793933738A1}" destId="{42AA6BF5-236E-490C-A969-626BE6E4BB9C}" srcOrd="0" destOrd="0" presId="urn:microsoft.com/office/officeart/2011/layout/HexagonRadial"/>
    <dgm:cxn modelId="{20AD453C-9149-4AD4-97C7-57E4349E2C41}" type="presParOf" srcId="{36BAE0C3-EA2B-4134-8B54-00E408D55252}" destId="{E49CC2E0-27B6-454B-B3A2-6B53ADFA8A60}" srcOrd="4" destOrd="0" presId="urn:microsoft.com/office/officeart/2011/layout/HexagonRadial"/>
    <dgm:cxn modelId="{25380444-7584-44C3-A6F9-6CF9DA613EEF}" type="presParOf" srcId="{36BAE0C3-EA2B-4134-8B54-00E408D55252}" destId="{76EBFD2C-15F4-4BD1-AB19-AA4BFE0FAF2D}" srcOrd="5" destOrd="0" presId="urn:microsoft.com/office/officeart/2011/layout/HexagonRadial"/>
    <dgm:cxn modelId="{6A6AA520-8AAC-44DD-AEEB-E6EC321F6D40}" type="presParOf" srcId="{76EBFD2C-15F4-4BD1-AB19-AA4BFE0FAF2D}" destId="{4606A68C-1459-45FD-A926-BEF51B3F9A16}" srcOrd="0" destOrd="0" presId="urn:microsoft.com/office/officeart/2011/layout/HexagonRadial"/>
    <dgm:cxn modelId="{E333B914-DD2F-4BCC-BD6A-26058FAA258D}" type="presParOf" srcId="{36BAE0C3-EA2B-4134-8B54-00E408D55252}" destId="{EF35F2AC-670C-466F-83D1-AC6488378025}" srcOrd="6" destOrd="0" presId="urn:microsoft.com/office/officeart/2011/layout/HexagonRadial"/>
    <dgm:cxn modelId="{CB520ABA-FA87-48C3-89D5-7DFB75A2DEE8}" type="presParOf" srcId="{36BAE0C3-EA2B-4134-8B54-00E408D55252}" destId="{A2D09615-0469-4A64-9ADE-F7C9EC61A3C0}" srcOrd="7" destOrd="0" presId="urn:microsoft.com/office/officeart/2011/layout/HexagonRadial"/>
    <dgm:cxn modelId="{35CF1E8F-0F37-46AB-BCBA-DC0635C6548D}" type="presParOf" srcId="{A2D09615-0469-4A64-9ADE-F7C9EC61A3C0}" destId="{03707AEE-8350-417A-AE6D-DCFB67204CCB}" srcOrd="0" destOrd="0" presId="urn:microsoft.com/office/officeart/2011/layout/HexagonRadial"/>
    <dgm:cxn modelId="{4D0F138E-FE81-43D9-B7B5-5A88974F6905}" type="presParOf" srcId="{36BAE0C3-EA2B-4134-8B54-00E408D55252}" destId="{57719039-78C0-478B-B8FD-74FD3FF641B3}" srcOrd="8" destOrd="0" presId="urn:microsoft.com/office/officeart/2011/layout/HexagonRadial"/>
    <dgm:cxn modelId="{DDC546E7-AFC6-4844-9B0D-1EB868832D8C}" type="presParOf" srcId="{36BAE0C3-EA2B-4134-8B54-00E408D55252}" destId="{DD32BB54-2512-4D4A-AE8C-59474186CF78}" srcOrd="9" destOrd="0" presId="urn:microsoft.com/office/officeart/2011/layout/HexagonRadial"/>
    <dgm:cxn modelId="{BD10DD80-618E-4786-B1EC-31782DF993FD}" type="presParOf" srcId="{DD32BB54-2512-4D4A-AE8C-59474186CF78}" destId="{B2802F04-7DA7-4AA4-979A-C1B53BA3077A}" srcOrd="0" destOrd="0" presId="urn:microsoft.com/office/officeart/2011/layout/HexagonRadial"/>
    <dgm:cxn modelId="{EA4A4A01-B8FA-4B13-9CD9-5CAC3C2E4569}" type="presParOf" srcId="{36BAE0C3-EA2B-4134-8B54-00E408D55252}" destId="{F24AD47B-9AEF-45E3-9DBF-05C3D6CEE292}" srcOrd="10" destOrd="0" presId="urn:microsoft.com/office/officeart/2011/layout/HexagonRadial"/>
    <dgm:cxn modelId="{CCA41BB9-7944-4A8C-9653-C5041C566BD9}" type="presParOf" srcId="{36BAE0C3-EA2B-4134-8B54-00E408D55252}" destId="{FB780F04-173A-4A4E-AAA4-6518E3E068EF}" srcOrd="11" destOrd="0" presId="urn:microsoft.com/office/officeart/2011/layout/HexagonRadial"/>
    <dgm:cxn modelId="{7AD85AF6-E576-43C2-82B2-B0455C16D4B7}" type="presParOf" srcId="{FB780F04-173A-4A4E-AAA4-6518E3E068EF}" destId="{647822FA-5D32-4960-86B9-A3F25A41830C}" srcOrd="0" destOrd="0" presId="urn:microsoft.com/office/officeart/2011/layout/HexagonRadial"/>
    <dgm:cxn modelId="{EDAE74AD-6EC3-4606-B8F7-169AF294689B}" type="presParOf" srcId="{36BAE0C3-EA2B-4134-8B54-00E408D55252}" destId="{D3FAF017-90B7-4ECE-88F2-DD3DB33B6E84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3E63D8-A91F-4AE6-94AD-FA3A0C23DA31}" type="doc">
      <dgm:prSet loTypeId="urn:microsoft.com/office/officeart/2011/layout/HexagonRadial" loCatId="cycle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ACD36C-4CC1-4668-832F-8BEEA61E8464}">
      <dgm:prSet phldrT="[Text]"/>
      <dgm:spPr/>
      <dgm:t>
        <a:bodyPr/>
        <a:lstStyle/>
        <a:p>
          <a:r>
            <a:rPr lang="en-US" b="1"/>
            <a:t>Prepare</a:t>
          </a:r>
          <a:endParaRPr lang="en-US" b="1" dirty="0"/>
        </a:p>
      </dgm:t>
    </dgm:pt>
    <dgm:pt modelId="{AFEB5346-44D9-4DBC-9AFD-6C89D0A996E0}" type="parTrans" cxnId="{14965DE5-53A1-4ED2-B656-39D5D9DD4EFA}">
      <dgm:prSet/>
      <dgm:spPr/>
      <dgm:t>
        <a:bodyPr/>
        <a:lstStyle/>
        <a:p>
          <a:endParaRPr lang="en-US"/>
        </a:p>
      </dgm:t>
    </dgm:pt>
    <dgm:pt modelId="{5328B45A-E2B3-464C-B5AF-D980455F6615}" type="sibTrans" cxnId="{14965DE5-53A1-4ED2-B656-39D5D9DD4EFA}">
      <dgm:prSet/>
      <dgm:spPr/>
      <dgm:t>
        <a:bodyPr/>
        <a:lstStyle/>
        <a:p>
          <a:endParaRPr lang="en-US"/>
        </a:p>
      </dgm:t>
    </dgm:pt>
    <dgm:pt modelId="{075C74AF-032B-4CD1-8B87-93AC79A22266}">
      <dgm:prSet phldrT="[Text]"/>
      <dgm:spPr/>
      <dgm:t>
        <a:bodyPr/>
        <a:lstStyle/>
        <a:p>
          <a:r>
            <a:rPr lang="en-US" b="1"/>
            <a:t>Categorize</a:t>
          </a:r>
          <a:endParaRPr lang="en-US" b="1" dirty="0"/>
        </a:p>
      </dgm:t>
    </dgm:pt>
    <dgm:pt modelId="{386B149C-A43F-48F2-862B-2C1917BB7AC1}" type="parTrans" cxnId="{F168B2CF-4723-4430-95AD-A93F49C8318A}">
      <dgm:prSet/>
      <dgm:spPr/>
      <dgm:t>
        <a:bodyPr/>
        <a:lstStyle/>
        <a:p>
          <a:endParaRPr lang="en-US"/>
        </a:p>
      </dgm:t>
    </dgm:pt>
    <dgm:pt modelId="{F78D6DEC-A47B-4BF1-92A5-19F5527CFA5C}" type="sibTrans" cxnId="{F168B2CF-4723-4430-95AD-A93F49C8318A}">
      <dgm:prSet/>
      <dgm:spPr/>
      <dgm:t>
        <a:bodyPr/>
        <a:lstStyle/>
        <a:p>
          <a:endParaRPr lang="en-US"/>
        </a:p>
      </dgm:t>
    </dgm:pt>
    <dgm:pt modelId="{79D4190F-06EA-4238-8D63-B225DBC22D6A}">
      <dgm:prSet phldrT="[Text]"/>
      <dgm:spPr/>
      <dgm:t>
        <a:bodyPr/>
        <a:lstStyle/>
        <a:p>
          <a:r>
            <a:rPr lang="en-US" b="1"/>
            <a:t>Select</a:t>
          </a:r>
          <a:endParaRPr lang="en-US" b="1" dirty="0"/>
        </a:p>
      </dgm:t>
    </dgm:pt>
    <dgm:pt modelId="{11F1DF19-1687-4C1E-875F-C6C69516EC52}" type="parTrans" cxnId="{D9C6FF7D-8455-40F2-BC23-81B0FBE6F3D3}">
      <dgm:prSet/>
      <dgm:spPr/>
      <dgm:t>
        <a:bodyPr/>
        <a:lstStyle/>
        <a:p>
          <a:endParaRPr lang="en-US"/>
        </a:p>
      </dgm:t>
    </dgm:pt>
    <dgm:pt modelId="{934A5BDE-CA80-4BF1-B989-4D891555F600}" type="sibTrans" cxnId="{D9C6FF7D-8455-40F2-BC23-81B0FBE6F3D3}">
      <dgm:prSet/>
      <dgm:spPr/>
      <dgm:t>
        <a:bodyPr/>
        <a:lstStyle/>
        <a:p>
          <a:endParaRPr lang="en-US"/>
        </a:p>
      </dgm:t>
    </dgm:pt>
    <dgm:pt modelId="{ADC22CB9-53CC-4F46-B117-4D4AC8E923B1}">
      <dgm:prSet phldrT="[Text]"/>
      <dgm:spPr/>
      <dgm:t>
        <a:bodyPr/>
        <a:lstStyle/>
        <a:p>
          <a:r>
            <a:rPr lang="en-US" b="1"/>
            <a:t>Implement</a:t>
          </a:r>
          <a:endParaRPr lang="en-US" b="1" dirty="0"/>
        </a:p>
      </dgm:t>
    </dgm:pt>
    <dgm:pt modelId="{BEDCC6D0-0873-416E-BDD8-441F47D513DC}" type="parTrans" cxnId="{58676706-1289-485A-B731-565EF851E574}">
      <dgm:prSet/>
      <dgm:spPr/>
      <dgm:t>
        <a:bodyPr/>
        <a:lstStyle/>
        <a:p>
          <a:endParaRPr lang="en-US"/>
        </a:p>
      </dgm:t>
    </dgm:pt>
    <dgm:pt modelId="{8EA4F0A0-A4A2-41C0-8F89-9D637670FB66}" type="sibTrans" cxnId="{58676706-1289-485A-B731-565EF851E574}">
      <dgm:prSet/>
      <dgm:spPr/>
      <dgm:t>
        <a:bodyPr/>
        <a:lstStyle/>
        <a:p>
          <a:endParaRPr lang="en-US"/>
        </a:p>
      </dgm:t>
    </dgm:pt>
    <dgm:pt modelId="{565C9AED-2FCF-41ED-896E-BA7E3C1FF25E}">
      <dgm:prSet phldrT="[Text]"/>
      <dgm:spPr/>
      <dgm:t>
        <a:bodyPr/>
        <a:lstStyle/>
        <a:p>
          <a:r>
            <a:rPr lang="en-US" b="1"/>
            <a:t>Assess</a:t>
          </a:r>
          <a:endParaRPr lang="en-US" b="1" dirty="0"/>
        </a:p>
      </dgm:t>
    </dgm:pt>
    <dgm:pt modelId="{DB1A90BB-4F6A-456E-841F-89CD3A9E575E}" type="parTrans" cxnId="{92ECCD68-C00F-4ADA-B9C2-43550B2B50A2}">
      <dgm:prSet/>
      <dgm:spPr/>
      <dgm:t>
        <a:bodyPr/>
        <a:lstStyle/>
        <a:p>
          <a:endParaRPr lang="en-US"/>
        </a:p>
      </dgm:t>
    </dgm:pt>
    <dgm:pt modelId="{28E3A961-72DB-40EA-92E1-64A9F3B56CA0}" type="sibTrans" cxnId="{92ECCD68-C00F-4ADA-B9C2-43550B2B50A2}">
      <dgm:prSet/>
      <dgm:spPr/>
      <dgm:t>
        <a:bodyPr/>
        <a:lstStyle/>
        <a:p>
          <a:endParaRPr lang="en-US"/>
        </a:p>
      </dgm:t>
    </dgm:pt>
    <dgm:pt modelId="{219D80C6-4AE7-4273-A814-CA70670751FB}">
      <dgm:prSet phldrT="[Text]"/>
      <dgm:spPr/>
      <dgm:t>
        <a:bodyPr/>
        <a:lstStyle/>
        <a:p>
          <a:r>
            <a:rPr lang="en-US" b="1"/>
            <a:t>Authorize</a:t>
          </a:r>
          <a:endParaRPr lang="en-US" b="1" dirty="0"/>
        </a:p>
      </dgm:t>
    </dgm:pt>
    <dgm:pt modelId="{2FA6CAA1-55B9-458A-93E7-797B391F08FC}" type="parTrans" cxnId="{69FF9C30-F247-43F6-96EE-38151AA0BF29}">
      <dgm:prSet/>
      <dgm:spPr/>
      <dgm:t>
        <a:bodyPr/>
        <a:lstStyle/>
        <a:p>
          <a:endParaRPr lang="en-US"/>
        </a:p>
      </dgm:t>
    </dgm:pt>
    <dgm:pt modelId="{E91FA825-11CA-4823-93F4-C3CBEF63A666}" type="sibTrans" cxnId="{69FF9C30-F247-43F6-96EE-38151AA0BF29}">
      <dgm:prSet/>
      <dgm:spPr/>
      <dgm:t>
        <a:bodyPr/>
        <a:lstStyle/>
        <a:p>
          <a:endParaRPr lang="en-US"/>
        </a:p>
      </dgm:t>
    </dgm:pt>
    <dgm:pt modelId="{6B729C36-B4F2-40FD-98BD-DDB65B08E8B2}">
      <dgm:prSet phldrT="[Text]"/>
      <dgm:spPr/>
      <dgm:t>
        <a:bodyPr/>
        <a:lstStyle/>
        <a:p>
          <a:r>
            <a:rPr lang="en-US" b="1"/>
            <a:t>Monitor</a:t>
          </a:r>
          <a:endParaRPr lang="en-US" b="1" dirty="0"/>
        </a:p>
      </dgm:t>
    </dgm:pt>
    <dgm:pt modelId="{FD8B6363-F7A1-4123-AE2D-FED7DD7D6C5B}" type="parTrans" cxnId="{4C9ED360-96C6-4511-87D8-BA29A6DB5DC2}">
      <dgm:prSet/>
      <dgm:spPr/>
      <dgm:t>
        <a:bodyPr/>
        <a:lstStyle/>
        <a:p>
          <a:endParaRPr lang="en-US"/>
        </a:p>
      </dgm:t>
    </dgm:pt>
    <dgm:pt modelId="{C5EDA674-4C21-49BE-B5E9-24610DB52D50}" type="sibTrans" cxnId="{4C9ED360-96C6-4511-87D8-BA29A6DB5DC2}">
      <dgm:prSet/>
      <dgm:spPr/>
      <dgm:t>
        <a:bodyPr/>
        <a:lstStyle/>
        <a:p>
          <a:endParaRPr lang="en-US"/>
        </a:p>
      </dgm:t>
    </dgm:pt>
    <dgm:pt modelId="{36BAE0C3-EA2B-4134-8B54-00E408D55252}" type="pres">
      <dgm:prSet presAssocID="{CE3E63D8-A91F-4AE6-94AD-FA3A0C23DA3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AAE7810-A184-4DFE-BEC6-B067B3BC3AE9}" type="pres">
      <dgm:prSet presAssocID="{A5ACD36C-4CC1-4668-832F-8BEEA61E8464}" presName="Parent" presStyleLbl="node0" presStyleIdx="0" presStyleCnt="1">
        <dgm:presLayoutVars>
          <dgm:chMax val="6"/>
          <dgm:chPref val="6"/>
        </dgm:presLayoutVars>
      </dgm:prSet>
      <dgm:spPr/>
    </dgm:pt>
    <dgm:pt modelId="{BA77D7C7-1F0A-4C1A-BBC0-9FA8A3B3FA58}" type="pres">
      <dgm:prSet presAssocID="{075C74AF-032B-4CD1-8B87-93AC79A22266}" presName="Accent1" presStyleCnt="0"/>
      <dgm:spPr/>
    </dgm:pt>
    <dgm:pt modelId="{BD3DC8A6-D67E-4E20-A820-BFD8D3D5CFCE}" type="pres">
      <dgm:prSet presAssocID="{075C74AF-032B-4CD1-8B87-93AC79A22266}" presName="Accent" presStyleLbl="bgShp" presStyleIdx="0" presStyleCnt="6"/>
      <dgm:spPr/>
    </dgm:pt>
    <dgm:pt modelId="{D44C8F0E-9374-4DF1-AC07-52F8350BA5F0}" type="pres">
      <dgm:prSet presAssocID="{075C74AF-032B-4CD1-8B87-93AC79A2226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C4DE3E8-4BF5-40B1-888D-8793933738A1}" type="pres">
      <dgm:prSet presAssocID="{79D4190F-06EA-4238-8D63-B225DBC22D6A}" presName="Accent2" presStyleCnt="0"/>
      <dgm:spPr/>
    </dgm:pt>
    <dgm:pt modelId="{42AA6BF5-236E-490C-A969-626BE6E4BB9C}" type="pres">
      <dgm:prSet presAssocID="{79D4190F-06EA-4238-8D63-B225DBC22D6A}" presName="Accent" presStyleLbl="bgShp" presStyleIdx="1" presStyleCnt="6"/>
      <dgm:spPr/>
    </dgm:pt>
    <dgm:pt modelId="{E49CC2E0-27B6-454B-B3A2-6B53ADFA8A60}" type="pres">
      <dgm:prSet presAssocID="{79D4190F-06EA-4238-8D63-B225DBC22D6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76EBFD2C-15F4-4BD1-AB19-AA4BFE0FAF2D}" type="pres">
      <dgm:prSet presAssocID="{ADC22CB9-53CC-4F46-B117-4D4AC8E923B1}" presName="Accent3" presStyleCnt="0"/>
      <dgm:spPr/>
    </dgm:pt>
    <dgm:pt modelId="{4606A68C-1459-45FD-A926-BEF51B3F9A16}" type="pres">
      <dgm:prSet presAssocID="{ADC22CB9-53CC-4F46-B117-4D4AC8E923B1}" presName="Accent" presStyleLbl="bgShp" presStyleIdx="2" presStyleCnt="6"/>
      <dgm:spPr/>
    </dgm:pt>
    <dgm:pt modelId="{EF35F2AC-670C-466F-83D1-AC6488378025}" type="pres">
      <dgm:prSet presAssocID="{ADC22CB9-53CC-4F46-B117-4D4AC8E923B1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A2D09615-0469-4A64-9ADE-F7C9EC61A3C0}" type="pres">
      <dgm:prSet presAssocID="{565C9AED-2FCF-41ED-896E-BA7E3C1FF25E}" presName="Accent4" presStyleCnt="0"/>
      <dgm:spPr/>
    </dgm:pt>
    <dgm:pt modelId="{03707AEE-8350-417A-AE6D-DCFB67204CCB}" type="pres">
      <dgm:prSet presAssocID="{565C9AED-2FCF-41ED-896E-BA7E3C1FF25E}" presName="Accent" presStyleLbl="bgShp" presStyleIdx="3" presStyleCnt="6"/>
      <dgm:spPr/>
    </dgm:pt>
    <dgm:pt modelId="{57719039-78C0-478B-B8FD-74FD3FF641B3}" type="pres">
      <dgm:prSet presAssocID="{565C9AED-2FCF-41ED-896E-BA7E3C1FF25E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DD32BB54-2512-4D4A-AE8C-59474186CF78}" type="pres">
      <dgm:prSet presAssocID="{219D80C6-4AE7-4273-A814-CA70670751FB}" presName="Accent5" presStyleCnt="0"/>
      <dgm:spPr/>
    </dgm:pt>
    <dgm:pt modelId="{B2802F04-7DA7-4AA4-979A-C1B53BA3077A}" type="pres">
      <dgm:prSet presAssocID="{219D80C6-4AE7-4273-A814-CA70670751FB}" presName="Accent" presStyleLbl="bgShp" presStyleIdx="4" presStyleCnt="6"/>
      <dgm:spPr/>
    </dgm:pt>
    <dgm:pt modelId="{F24AD47B-9AEF-45E3-9DBF-05C3D6CEE292}" type="pres">
      <dgm:prSet presAssocID="{219D80C6-4AE7-4273-A814-CA70670751FB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FB780F04-173A-4A4E-AAA4-6518E3E068EF}" type="pres">
      <dgm:prSet presAssocID="{6B729C36-B4F2-40FD-98BD-DDB65B08E8B2}" presName="Accent6" presStyleCnt="0"/>
      <dgm:spPr/>
    </dgm:pt>
    <dgm:pt modelId="{647822FA-5D32-4960-86B9-A3F25A41830C}" type="pres">
      <dgm:prSet presAssocID="{6B729C36-B4F2-40FD-98BD-DDB65B08E8B2}" presName="Accent" presStyleLbl="bgShp" presStyleIdx="5" presStyleCnt="6"/>
      <dgm:spPr/>
    </dgm:pt>
    <dgm:pt modelId="{D3FAF017-90B7-4ECE-88F2-DD3DB33B6E84}" type="pres">
      <dgm:prSet presAssocID="{6B729C36-B4F2-40FD-98BD-DDB65B08E8B2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8676706-1289-485A-B731-565EF851E574}" srcId="{A5ACD36C-4CC1-4668-832F-8BEEA61E8464}" destId="{ADC22CB9-53CC-4F46-B117-4D4AC8E923B1}" srcOrd="2" destOrd="0" parTransId="{BEDCC6D0-0873-416E-BDD8-441F47D513DC}" sibTransId="{8EA4F0A0-A4A2-41C0-8F89-9D637670FB66}"/>
    <dgm:cxn modelId="{7A682C23-37C0-4A17-9213-B76E20A2ED71}" type="presOf" srcId="{ADC22CB9-53CC-4F46-B117-4D4AC8E923B1}" destId="{EF35F2AC-670C-466F-83D1-AC6488378025}" srcOrd="0" destOrd="0" presId="urn:microsoft.com/office/officeart/2011/layout/HexagonRadial"/>
    <dgm:cxn modelId="{69FF9C30-F247-43F6-96EE-38151AA0BF29}" srcId="{A5ACD36C-4CC1-4668-832F-8BEEA61E8464}" destId="{219D80C6-4AE7-4273-A814-CA70670751FB}" srcOrd="4" destOrd="0" parTransId="{2FA6CAA1-55B9-458A-93E7-797B391F08FC}" sibTransId="{E91FA825-11CA-4823-93F4-C3CBEF63A666}"/>
    <dgm:cxn modelId="{4C9ED360-96C6-4511-87D8-BA29A6DB5DC2}" srcId="{A5ACD36C-4CC1-4668-832F-8BEEA61E8464}" destId="{6B729C36-B4F2-40FD-98BD-DDB65B08E8B2}" srcOrd="5" destOrd="0" parTransId="{FD8B6363-F7A1-4123-AE2D-FED7DD7D6C5B}" sibTransId="{C5EDA674-4C21-49BE-B5E9-24610DB52D50}"/>
    <dgm:cxn modelId="{92ECCD68-C00F-4ADA-B9C2-43550B2B50A2}" srcId="{A5ACD36C-4CC1-4668-832F-8BEEA61E8464}" destId="{565C9AED-2FCF-41ED-896E-BA7E3C1FF25E}" srcOrd="3" destOrd="0" parTransId="{DB1A90BB-4F6A-456E-841F-89CD3A9E575E}" sibTransId="{28E3A961-72DB-40EA-92E1-64A9F3B56CA0}"/>
    <dgm:cxn modelId="{141F7B7A-B923-43FB-9179-76CD1104D892}" type="presOf" srcId="{565C9AED-2FCF-41ED-896E-BA7E3C1FF25E}" destId="{57719039-78C0-478B-B8FD-74FD3FF641B3}" srcOrd="0" destOrd="0" presId="urn:microsoft.com/office/officeart/2011/layout/HexagonRadial"/>
    <dgm:cxn modelId="{D9C6FF7D-8455-40F2-BC23-81B0FBE6F3D3}" srcId="{A5ACD36C-4CC1-4668-832F-8BEEA61E8464}" destId="{79D4190F-06EA-4238-8D63-B225DBC22D6A}" srcOrd="1" destOrd="0" parTransId="{11F1DF19-1687-4C1E-875F-C6C69516EC52}" sibTransId="{934A5BDE-CA80-4BF1-B989-4D891555F600}"/>
    <dgm:cxn modelId="{E19DF396-078F-49B0-8233-C9546419EAC2}" type="presOf" srcId="{075C74AF-032B-4CD1-8B87-93AC79A22266}" destId="{D44C8F0E-9374-4DF1-AC07-52F8350BA5F0}" srcOrd="0" destOrd="0" presId="urn:microsoft.com/office/officeart/2011/layout/HexagonRadial"/>
    <dgm:cxn modelId="{A0CC79AE-8E57-4620-B150-AC3DB4999757}" type="presOf" srcId="{6B729C36-B4F2-40FD-98BD-DDB65B08E8B2}" destId="{D3FAF017-90B7-4ECE-88F2-DD3DB33B6E84}" srcOrd="0" destOrd="0" presId="urn:microsoft.com/office/officeart/2011/layout/HexagonRadial"/>
    <dgm:cxn modelId="{36733FBF-056A-496D-95F9-34E7ECED925C}" type="presOf" srcId="{219D80C6-4AE7-4273-A814-CA70670751FB}" destId="{F24AD47B-9AEF-45E3-9DBF-05C3D6CEE292}" srcOrd="0" destOrd="0" presId="urn:microsoft.com/office/officeart/2011/layout/HexagonRadial"/>
    <dgm:cxn modelId="{D02764CD-7C88-4351-AEF0-0EF272381513}" type="presOf" srcId="{79D4190F-06EA-4238-8D63-B225DBC22D6A}" destId="{E49CC2E0-27B6-454B-B3A2-6B53ADFA8A60}" srcOrd="0" destOrd="0" presId="urn:microsoft.com/office/officeart/2011/layout/HexagonRadial"/>
    <dgm:cxn modelId="{F168B2CF-4723-4430-95AD-A93F49C8318A}" srcId="{A5ACD36C-4CC1-4668-832F-8BEEA61E8464}" destId="{075C74AF-032B-4CD1-8B87-93AC79A22266}" srcOrd="0" destOrd="0" parTransId="{386B149C-A43F-48F2-862B-2C1917BB7AC1}" sibTransId="{F78D6DEC-A47B-4BF1-92A5-19F5527CFA5C}"/>
    <dgm:cxn modelId="{031E02D9-507C-4C8D-AE29-2D33D493A032}" type="presOf" srcId="{CE3E63D8-A91F-4AE6-94AD-FA3A0C23DA31}" destId="{36BAE0C3-EA2B-4134-8B54-00E408D55252}" srcOrd="0" destOrd="0" presId="urn:microsoft.com/office/officeart/2011/layout/HexagonRadial"/>
    <dgm:cxn modelId="{14965DE5-53A1-4ED2-B656-39D5D9DD4EFA}" srcId="{CE3E63D8-A91F-4AE6-94AD-FA3A0C23DA31}" destId="{A5ACD36C-4CC1-4668-832F-8BEEA61E8464}" srcOrd="0" destOrd="0" parTransId="{AFEB5346-44D9-4DBC-9AFD-6C89D0A996E0}" sibTransId="{5328B45A-E2B3-464C-B5AF-D980455F6615}"/>
    <dgm:cxn modelId="{DD3214F9-3012-418E-B91C-05F99F0EFD0A}" type="presOf" srcId="{A5ACD36C-4CC1-4668-832F-8BEEA61E8464}" destId="{2AAE7810-A184-4DFE-BEC6-B067B3BC3AE9}" srcOrd="0" destOrd="0" presId="urn:microsoft.com/office/officeart/2011/layout/HexagonRadial"/>
    <dgm:cxn modelId="{802ADF56-7A15-4A1C-AA63-461BDACFA200}" type="presParOf" srcId="{36BAE0C3-EA2B-4134-8B54-00E408D55252}" destId="{2AAE7810-A184-4DFE-BEC6-B067B3BC3AE9}" srcOrd="0" destOrd="0" presId="urn:microsoft.com/office/officeart/2011/layout/HexagonRadial"/>
    <dgm:cxn modelId="{0D5770F3-28A2-4A59-9E04-512D718F5416}" type="presParOf" srcId="{36BAE0C3-EA2B-4134-8B54-00E408D55252}" destId="{BA77D7C7-1F0A-4C1A-BBC0-9FA8A3B3FA58}" srcOrd="1" destOrd="0" presId="urn:microsoft.com/office/officeart/2011/layout/HexagonRadial"/>
    <dgm:cxn modelId="{56CC6D43-5C8F-40C2-B4A7-BF6ED1C179C5}" type="presParOf" srcId="{BA77D7C7-1F0A-4C1A-BBC0-9FA8A3B3FA58}" destId="{BD3DC8A6-D67E-4E20-A820-BFD8D3D5CFCE}" srcOrd="0" destOrd="0" presId="urn:microsoft.com/office/officeart/2011/layout/HexagonRadial"/>
    <dgm:cxn modelId="{311D10B9-4C74-449A-990E-1BD0687C098E}" type="presParOf" srcId="{36BAE0C3-EA2B-4134-8B54-00E408D55252}" destId="{D44C8F0E-9374-4DF1-AC07-52F8350BA5F0}" srcOrd="2" destOrd="0" presId="urn:microsoft.com/office/officeart/2011/layout/HexagonRadial"/>
    <dgm:cxn modelId="{534DC533-046B-498B-9962-655B95A8AC36}" type="presParOf" srcId="{36BAE0C3-EA2B-4134-8B54-00E408D55252}" destId="{9C4DE3E8-4BF5-40B1-888D-8793933738A1}" srcOrd="3" destOrd="0" presId="urn:microsoft.com/office/officeart/2011/layout/HexagonRadial"/>
    <dgm:cxn modelId="{1B596567-79B3-4765-BB01-123B67B36A5C}" type="presParOf" srcId="{9C4DE3E8-4BF5-40B1-888D-8793933738A1}" destId="{42AA6BF5-236E-490C-A969-626BE6E4BB9C}" srcOrd="0" destOrd="0" presId="urn:microsoft.com/office/officeart/2011/layout/HexagonRadial"/>
    <dgm:cxn modelId="{20AD453C-9149-4AD4-97C7-57E4349E2C41}" type="presParOf" srcId="{36BAE0C3-EA2B-4134-8B54-00E408D55252}" destId="{E49CC2E0-27B6-454B-B3A2-6B53ADFA8A60}" srcOrd="4" destOrd="0" presId="urn:microsoft.com/office/officeart/2011/layout/HexagonRadial"/>
    <dgm:cxn modelId="{25380444-7584-44C3-A6F9-6CF9DA613EEF}" type="presParOf" srcId="{36BAE0C3-EA2B-4134-8B54-00E408D55252}" destId="{76EBFD2C-15F4-4BD1-AB19-AA4BFE0FAF2D}" srcOrd="5" destOrd="0" presId="urn:microsoft.com/office/officeart/2011/layout/HexagonRadial"/>
    <dgm:cxn modelId="{6A6AA520-8AAC-44DD-AEEB-E6EC321F6D40}" type="presParOf" srcId="{76EBFD2C-15F4-4BD1-AB19-AA4BFE0FAF2D}" destId="{4606A68C-1459-45FD-A926-BEF51B3F9A16}" srcOrd="0" destOrd="0" presId="urn:microsoft.com/office/officeart/2011/layout/HexagonRadial"/>
    <dgm:cxn modelId="{E333B914-DD2F-4BCC-BD6A-26058FAA258D}" type="presParOf" srcId="{36BAE0C3-EA2B-4134-8B54-00E408D55252}" destId="{EF35F2AC-670C-466F-83D1-AC6488378025}" srcOrd="6" destOrd="0" presId="urn:microsoft.com/office/officeart/2011/layout/HexagonRadial"/>
    <dgm:cxn modelId="{CB520ABA-FA87-48C3-89D5-7DFB75A2DEE8}" type="presParOf" srcId="{36BAE0C3-EA2B-4134-8B54-00E408D55252}" destId="{A2D09615-0469-4A64-9ADE-F7C9EC61A3C0}" srcOrd="7" destOrd="0" presId="urn:microsoft.com/office/officeart/2011/layout/HexagonRadial"/>
    <dgm:cxn modelId="{35CF1E8F-0F37-46AB-BCBA-DC0635C6548D}" type="presParOf" srcId="{A2D09615-0469-4A64-9ADE-F7C9EC61A3C0}" destId="{03707AEE-8350-417A-AE6D-DCFB67204CCB}" srcOrd="0" destOrd="0" presId="urn:microsoft.com/office/officeart/2011/layout/HexagonRadial"/>
    <dgm:cxn modelId="{4D0F138E-FE81-43D9-B7B5-5A88974F6905}" type="presParOf" srcId="{36BAE0C3-EA2B-4134-8B54-00E408D55252}" destId="{57719039-78C0-478B-B8FD-74FD3FF641B3}" srcOrd="8" destOrd="0" presId="urn:microsoft.com/office/officeart/2011/layout/HexagonRadial"/>
    <dgm:cxn modelId="{DDC546E7-AFC6-4844-9B0D-1EB868832D8C}" type="presParOf" srcId="{36BAE0C3-EA2B-4134-8B54-00E408D55252}" destId="{DD32BB54-2512-4D4A-AE8C-59474186CF78}" srcOrd="9" destOrd="0" presId="urn:microsoft.com/office/officeart/2011/layout/HexagonRadial"/>
    <dgm:cxn modelId="{BD10DD80-618E-4786-B1EC-31782DF993FD}" type="presParOf" srcId="{DD32BB54-2512-4D4A-AE8C-59474186CF78}" destId="{B2802F04-7DA7-4AA4-979A-C1B53BA3077A}" srcOrd="0" destOrd="0" presId="urn:microsoft.com/office/officeart/2011/layout/HexagonRadial"/>
    <dgm:cxn modelId="{EA4A4A01-B8FA-4B13-9CD9-5CAC3C2E4569}" type="presParOf" srcId="{36BAE0C3-EA2B-4134-8B54-00E408D55252}" destId="{F24AD47B-9AEF-45E3-9DBF-05C3D6CEE292}" srcOrd="10" destOrd="0" presId="urn:microsoft.com/office/officeart/2011/layout/HexagonRadial"/>
    <dgm:cxn modelId="{CCA41BB9-7944-4A8C-9653-C5041C566BD9}" type="presParOf" srcId="{36BAE0C3-EA2B-4134-8B54-00E408D55252}" destId="{FB780F04-173A-4A4E-AAA4-6518E3E068EF}" srcOrd="11" destOrd="0" presId="urn:microsoft.com/office/officeart/2011/layout/HexagonRadial"/>
    <dgm:cxn modelId="{7AD85AF6-E576-43C2-82B2-B0455C16D4B7}" type="presParOf" srcId="{FB780F04-173A-4A4E-AAA4-6518E3E068EF}" destId="{647822FA-5D32-4960-86B9-A3F25A41830C}" srcOrd="0" destOrd="0" presId="urn:microsoft.com/office/officeart/2011/layout/HexagonRadial"/>
    <dgm:cxn modelId="{EDAE74AD-6EC3-4606-B8F7-169AF294689B}" type="presParOf" srcId="{36BAE0C3-EA2B-4134-8B54-00E408D55252}" destId="{D3FAF017-90B7-4ECE-88F2-DD3DB33B6E84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E7810-A184-4DFE-BEC6-B067B3BC3AE9}">
      <dsp:nvSpPr>
        <dsp:cNvPr id="0" name=""/>
        <dsp:cNvSpPr/>
      </dsp:nvSpPr>
      <dsp:spPr>
        <a:xfrm>
          <a:off x="4483703" y="1737218"/>
          <a:ext cx="2208080" cy="1910078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Prepare</a:t>
          </a:r>
          <a:endParaRPr lang="en-US" sz="2000" b="1" kern="1200" dirty="0"/>
        </a:p>
      </dsp:txBody>
      <dsp:txXfrm>
        <a:off x="4849613" y="2053745"/>
        <a:ext cx="1476260" cy="1277024"/>
      </dsp:txXfrm>
    </dsp:sp>
    <dsp:sp modelId="{42AA6BF5-236E-490C-A969-626BE6E4BB9C}">
      <dsp:nvSpPr>
        <dsp:cNvPr id="0" name=""/>
        <dsp:cNvSpPr/>
      </dsp:nvSpPr>
      <dsp:spPr>
        <a:xfrm>
          <a:off x="5866385" y="823374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4C8F0E-9374-4DF1-AC07-52F8350BA5F0}">
      <dsp:nvSpPr>
        <dsp:cNvPr id="0" name=""/>
        <dsp:cNvSpPr/>
      </dsp:nvSpPr>
      <dsp:spPr>
        <a:xfrm>
          <a:off x="4687099" y="0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Categorize</a:t>
          </a:r>
          <a:endParaRPr lang="en-US" sz="2000" b="1" kern="1200" dirty="0"/>
        </a:p>
      </dsp:txBody>
      <dsp:txXfrm>
        <a:off x="4986973" y="259426"/>
        <a:ext cx="1209757" cy="1046583"/>
      </dsp:txXfrm>
    </dsp:sp>
    <dsp:sp modelId="{4606A68C-1459-45FD-A926-BEF51B3F9A16}">
      <dsp:nvSpPr>
        <dsp:cNvPr id="0" name=""/>
        <dsp:cNvSpPr/>
      </dsp:nvSpPr>
      <dsp:spPr>
        <a:xfrm>
          <a:off x="6838680" y="2165330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9CC2E0-27B6-454B-B3A2-6B53ADFA8A60}">
      <dsp:nvSpPr>
        <dsp:cNvPr id="0" name=""/>
        <dsp:cNvSpPr/>
      </dsp:nvSpPr>
      <dsp:spPr>
        <a:xfrm>
          <a:off x="6346626" y="962847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Select</a:t>
          </a:r>
          <a:endParaRPr lang="en-US" sz="2000" b="1" kern="1200" dirty="0"/>
        </a:p>
      </dsp:txBody>
      <dsp:txXfrm>
        <a:off x="6646500" y="1222273"/>
        <a:ext cx="1209757" cy="1046583"/>
      </dsp:txXfrm>
    </dsp:sp>
    <dsp:sp modelId="{03707AEE-8350-417A-AE6D-DCFB67204CCB}">
      <dsp:nvSpPr>
        <dsp:cNvPr id="0" name=""/>
        <dsp:cNvSpPr/>
      </dsp:nvSpPr>
      <dsp:spPr>
        <a:xfrm>
          <a:off x="6163261" y="3680145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35F2AC-670C-466F-83D1-AC6488378025}">
      <dsp:nvSpPr>
        <dsp:cNvPr id="0" name=""/>
        <dsp:cNvSpPr/>
      </dsp:nvSpPr>
      <dsp:spPr>
        <a:xfrm>
          <a:off x="6346626" y="2855694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Implement</a:t>
          </a:r>
          <a:endParaRPr lang="en-US" sz="2000" b="1" kern="1200" dirty="0"/>
        </a:p>
      </dsp:txBody>
      <dsp:txXfrm>
        <a:off x="6646500" y="3115120"/>
        <a:ext cx="1209757" cy="1046583"/>
      </dsp:txXfrm>
    </dsp:sp>
    <dsp:sp modelId="{B2802F04-7DA7-4AA4-979A-C1B53BA3077A}">
      <dsp:nvSpPr>
        <dsp:cNvPr id="0" name=""/>
        <dsp:cNvSpPr/>
      </dsp:nvSpPr>
      <dsp:spPr>
        <a:xfrm>
          <a:off x="4487812" y="3837389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719039-78C0-478B-B8FD-74FD3FF641B3}">
      <dsp:nvSpPr>
        <dsp:cNvPr id="0" name=""/>
        <dsp:cNvSpPr/>
      </dsp:nvSpPr>
      <dsp:spPr>
        <a:xfrm>
          <a:off x="4687099" y="3819618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Assess</a:t>
          </a:r>
          <a:endParaRPr lang="en-US" sz="2000" b="1" kern="1200" dirty="0"/>
        </a:p>
      </dsp:txBody>
      <dsp:txXfrm>
        <a:off x="4986973" y="4079044"/>
        <a:ext cx="1209757" cy="1046583"/>
      </dsp:txXfrm>
    </dsp:sp>
    <dsp:sp modelId="{647822FA-5D32-4960-86B9-A3F25A41830C}">
      <dsp:nvSpPr>
        <dsp:cNvPr id="0" name=""/>
        <dsp:cNvSpPr/>
      </dsp:nvSpPr>
      <dsp:spPr>
        <a:xfrm>
          <a:off x="3499594" y="2495972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24AD47B-9AEF-45E3-9DBF-05C3D6CEE292}">
      <dsp:nvSpPr>
        <dsp:cNvPr id="0" name=""/>
        <dsp:cNvSpPr/>
      </dsp:nvSpPr>
      <dsp:spPr>
        <a:xfrm>
          <a:off x="3019867" y="2856771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Authorize</a:t>
          </a:r>
          <a:endParaRPr lang="en-US" sz="2000" b="1" kern="1200" dirty="0"/>
        </a:p>
      </dsp:txBody>
      <dsp:txXfrm>
        <a:off x="3319741" y="3116197"/>
        <a:ext cx="1209757" cy="1046583"/>
      </dsp:txXfrm>
    </dsp:sp>
    <dsp:sp modelId="{D3FAF017-90B7-4ECE-88F2-DD3DB33B6E84}">
      <dsp:nvSpPr>
        <dsp:cNvPr id="0" name=""/>
        <dsp:cNvSpPr/>
      </dsp:nvSpPr>
      <dsp:spPr>
        <a:xfrm>
          <a:off x="3019867" y="960693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Monitor</a:t>
          </a:r>
          <a:endParaRPr lang="en-US" sz="2000" b="1" kern="1200" dirty="0"/>
        </a:p>
      </dsp:txBody>
      <dsp:txXfrm>
        <a:off x="3319741" y="1220119"/>
        <a:ext cx="1209757" cy="10465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E7810-A184-4DFE-BEC6-B067B3BC3AE9}">
      <dsp:nvSpPr>
        <dsp:cNvPr id="0" name=""/>
        <dsp:cNvSpPr/>
      </dsp:nvSpPr>
      <dsp:spPr>
        <a:xfrm>
          <a:off x="4483703" y="1737218"/>
          <a:ext cx="2208080" cy="1910078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Prepare</a:t>
          </a:r>
          <a:endParaRPr lang="en-US" sz="2000" b="1" kern="1200" dirty="0"/>
        </a:p>
      </dsp:txBody>
      <dsp:txXfrm>
        <a:off x="4849613" y="2053745"/>
        <a:ext cx="1476260" cy="1277024"/>
      </dsp:txXfrm>
    </dsp:sp>
    <dsp:sp modelId="{42AA6BF5-236E-490C-A969-626BE6E4BB9C}">
      <dsp:nvSpPr>
        <dsp:cNvPr id="0" name=""/>
        <dsp:cNvSpPr/>
      </dsp:nvSpPr>
      <dsp:spPr>
        <a:xfrm>
          <a:off x="5866385" y="823374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4C8F0E-9374-4DF1-AC07-52F8350BA5F0}">
      <dsp:nvSpPr>
        <dsp:cNvPr id="0" name=""/>
        <dsp:cNvSpPr/>
      </dsp:nvSpPr>
      <dsp:spPr>
        <a:xfrm>
          <a:off x="4687099" y="0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Categorize</a:t>
          </a:r>
          <a:endParaRPr lang="en-US" sz="2000" b="1" kern="1200" dirty="0"/>
        </a:p>
      </dsp:txBody>
      <dsp:txXfrm>
        <a:off x="4986973" y="259426"/>
        <a:ext cx="1209757" cy="1046583"/>
      </dsp:txXfrm>
    </dsp:sp>
    <dsp:sp modelId="{4606A68C-1459-45FD-A926-BEF51B3F9A16}">
      <dsp:nvSpPr>
        <dsp:cNvPr id="0" name=""/>
        <dsp:cNvSpPr/>
      </dsp:nvSpPr>
      <dsp:spPr>
        <a:xfrm>
          <a:off x="6838680" y="2165330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9CC2E0-27B6-454B-B3A2-6B53ADFA8A60}">
      <dsp:nvSpPr>
        <dsp:cNvPr id="0" name=""/>
        <dsp:cNvSpPr/>
      </dsp:nvSpPr>
      <dsp:spPr>
        <a:xfrm>
          <a:off x="6346626" y="962847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Select</a:t>
          </a:r>
          <a:endParaRPr lang="en-US" sz="2000" b="1" kern="1200" dirty="0"/>
        </a:p>
      </dsp:txBody>
      <dsp:txXfrm>
        <a:off x="6646500" y="1222273"/>
        <a:ext cx="1209757" cy="1046583"/>
      </dsp:txXfrm>
    </dsp:sp>
    <dsp:sp modelId="{03707AEE-8350-417A-AE6D-DCFB67204CCB}">
      <dsp:nvSpPr>
        <dsp:cNvPr id="0" name=""/>
        <dsp:cNvSpPr/>
      </dsp:nvSpPr>
      <dsp:spPr>
        <a:xfrm>
          <a:off x="6163261" y="3680145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35F2AC-670C-466F-83D1-AC6488378025}">
      <dsp:nvSpPr>
        <dsp:cNvPr id="0" name=""/>
        <dsp:cNvSpPr/>
      </dsp:nvSpPr>
      <dsp:spPr>
        <a:xfrm>
          <a:off x="6346626" y="2855694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Implement</a:t>
          </a:r>
          <a:endParaRPr lang="en-US" sz="2000" b="1" kern="1200" dirty="0"/>
        </a:p>
      </dsp:txBody>
      <dsp:txXfrm>
        <a:off x="6646500" y="3115120"/>
        <a:ext cx="1209757" cy="1046583"/>
      </dsp:txXfrm>
    </dsp:sp>
    <dsp:sp modelId="{B2802F04-7DA7-4AA4-979A-C1B53BA3077A}">
      <dsp:nvSpPr>
        <dsp:cNvPr id="0" name=""/>
        <dsp:cNvSpPr/>
      </dsp:nvSpPr>
      <dsp:spPr>
        <a:xfrm>
          <a:off x="4487812" y="3837389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719039-78C0-478B-B8FD-74FD3FF641B3}">
      <dsp:nvSpPr>
        <dsp:cNvPr id="0" name=""/>
        <dsp:cNvSpPr/>
      </dsp:nvSpPr>
      <dsp:spPr>
        <a:xfrm>
          <a:off x="4687099" y="3819618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Assess</a:t>
          </a:r>
          <a:endParaRPr lang="en-US" sz="2000" b="1" kern="1200" dirty="0"/>
        </a:p>
      </dsp:txBody>
      <dsp:txXfrm>
        <a:off x="4986973" y="4079044"/>
        <a:ext cx="1209757" cy="1046583"/>
      </dsp:txXfrm>
    </dsp:sp>
    <dsp:sp modelId="{647822FA-5D32-4960-86B9-A3F25A41830C}">
      <dsp:nvSpPr>
        <dsp:cNvPr id="0" name=""/>
        <dsp:cNvSpPr/>
      </dsp:nvSpPr>
      <dsp:spPr>
        <a:xfrm>
          <a:off x="3499594" y="2495972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24AD47B-9AEF-45E3-9DBF-05C3D6CEE292}">
      <dsp:nvSpPr>
        <dsp:cNvPr id="0" name=""/>
        <dsp:cNvSpPr/>
      </dsp:nvSpPr>
      <dsp:spPr>
        <a:xfrm>
          <a:off x="3019867" y="2856771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Authorize</a:t>
          </a:r>
          <a:endParaRPr lang="en-US" sz="2000" b="1" kern="1200" dirty="0"/>
        </a:p>
      </dsp:txBody>
      <dsp:txXfrm>
        <a:off x="3319741" y="3116197"/>
        <a:ext cx="1209757" cy="1046583"/>
      </dsp:txXfrm>
    </dsp:sp>
    <dsp:sp modelId="{D3FAF017-90B7-4ECE-88F2-DD3DB33B6E84}">
      <dsp:nvSpPr>
        <dsp:cNvPr id="0" name=""/>
        <dsp:cNvSpPr/>
      </dsp:nvSpPr>
      <dsp:spPr>
        <a:xfrm>
          <a:off x="3019867" y="960693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Monitor</a:t>
          </a:r>
          <a:endParaRPr lang="en-US" sz="2000" b="1" kern="1200" dirty="0"/>
        </a:p>
      </dsp:txBody>
      <dsp:txXfrm>
        <a:off x="3319741" y="1220119"/>
        <a:ext cx="1209757" cy="10465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E7810-A184-4DFE-BEC6-B067B3BC3AE9}">
      <dsp:nvSpPr>
        <dsp:cNvPr id="0" name=""/>
        <dsp:cNvSpPr/>
      </dsp:nvSpPr>
      <dsp:spPr>
        <a:xfrm>
          <a:off x="4483703" y="1737218"/>
          <a:ext cx="2208080" cy="1910078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Prepare</a:t>
          </a:r>
          <a:endParaRPr lang="en-US" sz="2000" b="1" kern="1200" dirty="0"/>
        </a:p>
      </dsp:txBody>
      <dsp:txXfrm>
        <a:off x="4849613" y="2053745"/>
        <a:ext cx="1476260" cy="1277024"/>
      </dsp:txXfrm>
    </dsp:sp>
    <dsp:sp modelId="{42AA6BF5-236E-490C-A969-626BE6E4BB9C}">
      <dsp:nvSpPr>
        <dsp:cNvPr id="0" name=""/>
        <dsp:cNvSpPr/>
      </dsp:nvSpPr>
      <dsp:spPr>
        <a:xfrm>
          <a:off x="5866385" y="823374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4C8F0E-9374-4DF1-AC07-52F8350BA5F0}">
      <dsp:nvSpPr>
        <dsp:cNvPr id="0" name=""/>
        <dsp:cNvSpPr/>
      </dsp:nvSpPr>
      <dsp:spPr>
        <a:xfrm>
          <a:off x="4687099" y="0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Categorize</a:t>
          </a:r>
          <a:endParaRPr lang="en-US" sz="2000" b="1" kern="1200" dirty="0"/>
        </a:p>
      </dsp:txBody>
      <dsp:txXfrm>
        <a:off x="4986973" y="259426"/>
        <a:ext cx="1209757" cy="1046583"/>
      </dsp:txXfrm>
    </dsp:sp>
    <dsp:sp modelId="{4606A68C-1459-45FD-A926-BEF51B3F9A16}">
      <dsp:nvSpPr>
        <dsp:cNvPr id="0" name=""/>
        <dsp:cNvSpPr/>
      </dsp:nvSpPr>
      <dsp:spPr>
        <a:xfrm>
          <a:off x="6838680" y="2165330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9CC2E0-27B6-454B-B3A2-6B53ADFA8A60}">
      <dsp:nvSpPr>
        <dsp:cNvPr id="0" name=""/>
        <dsp:cNvSpPr/>
      </dsp:nvSpPr>
      <dsp:spPr>
        <a:xfrm>
          <a:off x="6346626" y="962847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Select</a:t>
          </a:r>
          <a:endParaRPr lang="en-US" sz="2000" b="1" kern="1200" dirty="0"/>
        </a:p>
      </dsp:txBody>
      <dsp:txXfrm>
        <a:off x="6646500" y="1222273"/>
        <a:ext cx="1209757" cy="1046583"/>
      </dsp:txXfrm>
    </dsp:sp>
    <dsp:sp modelId="{03707AEE-8350-417A-AE6D-DCFB67204CCB}">
      <dsp:nvSpPr>
        <dsp:cNvPr id="0" name=""/>
        <dsp:cNvSpPr/>
      </dsp:nvSpPr>
      <dsp:spPr>
        <a:xfrm>
          <a:off x="6163261" y="3680145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35F2AC-670C-466F-83D1-AC6488378025}">
      <dsp:nvSpPr>
        <dsp:cNvPr id="0" name=""/>
        <dsp:cNvSpPr/>
      </dsp:nvSpPr>
      <dsp:spPr>
        <a:xfrm>
          <a:off x="6346626" y="2855694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Implement</a:t>
          </a:r>
          <a:endParaRPr lang="en-US" sz="2000" b="1" kern="1200" dirty="0"/>
        </a:p>
      </dsp:txBody>
      <dsp:txXfrm>
        <a:off x="6646500" y="3115120"/>
        <a:ext cx="1209757" cy="1046583"/>
      </dsp:txXfrm>
    </dsp:sp>
    <dsp:sp modelId="{B2802F04-7DA7-4AA4-979A-C1B53BA3077A}">
      <dsp:nvSpPr>
        <dsp:cNvPr id="0" name=""/>
        <dsp:cNvSpPr/>
      </dsp:nvSpPr>
      <dsp:spPr>
        <a:xfrm>
          <a:off x="4487812" y="3837389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719039-78C0-478B-B8FD-74FD3FF641B3}">
      <dsp:nvSpPr>
        <dsp:cNvPr id="0" name=""/>
        <dsp:cNvSpPr/>
      </dsp:nvSpPr>
      <dsp:spPr>
        <a:xfrm>
          <a:off x="4687099" y="3819618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Assess</a:t>
          </a:r>
          <a:endParaRPr lang="en-US" sz="2000" b="1" kern="1200" dirty="0"/>
        </a:p>
      </dsp:txBody>
      <dsp:txXfrm>
        <a:off x="4986973" y="4079044"/>
        <a:ext cx="1209757" cy="1046583"/>
      </dsp:txXfrm>
    </dsp:sp>
    <dsp:sp modelId="{647822FA-5D32-4960-86B9-A3F25A41830C}">
      <dsp:nvSpPr>
        <dsp:cNvPr id="0" name=""/>
        <dsp:cNvSpPr/>
      </dsp:nvSpPr>
      <dsp:spPr>
        <a:xfrm>
          <a:off x="3499594" y="2495972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24AD47B-9AEF-45E3-9DBF-05C3D6CEE292}">
      <dsp:nvSpPr>
        <dsp:cNvPr id="0" name=""/>
        <dsp:cNvSpPr/>
      </dsp:nvSpPr>
      <dsp:spPr>
        <a:xfrm>
          <a:off x="3019867" y="2856771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Authorize</a:t>
          </a:r>
          <a:endParaRPr lang="en-US" sz="2000" b="1" kern="1200" dirty="0"/>
        </a:p>
      </dsp:txBody>
      <dsp:txXfrm>
        <a:off x="3319741" y="3116197"/>
        <a:ext cx="1209757" cy="1046583"/>
      </dsp:txXfrm>
    </dsp:sp>
    <dsp:sp modelId="{D3FAF017-90B7-4ECE-88F2-DD3DB33B6E84}">
      <dsp:nvSpPr>
        <dsp:cNvPr id="0" name=""/>
        <dsp:cNvSpPr/>
      </dsp:nvSpPr>
      <dsp:spPr>
        <a:xfrm>
          <a:off x="3019867" y="960693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Monitor</a:t>
          </a:r>
          <a:endParaRPr lang="en-US" sz="2000" b="1" kern="1200" dirty="0"/>
        </a:p>
      </dsp:txBody>
      <dsp:txXfrm>
        <a:off x="3319741" y="1220119"/>
        <a:ext cx="1209757" cy="10465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E7810-A184-4DFE-BEC6-B067B3BC3AE9}">
      <dsp:nvSpPr>
        <dsp:cNvPr id="0" name=""/>
        <dsp:cNvSpPr/>
      </dsp:nvSpPr>
      <dsp:spPr>
        <a:xfrm>
          <a:off x="4483703" y="1737218"/>
          <a:ext cx="2208080" cy="1910078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Prepare</a:t>
          </a:r>
          <a:endParaRPr lang="en-US" sz="2000" b="1" kern="1200" dirty="0"/>
        </a:p>
      </dsp:txBody>
      <dsp:txXfrm>
        <a:off x="4849613" y="2053745"/>
        <a:ext cx="1476260" cy="1277024"/>
      </dsp:txXfrm>
    </dsp:sp>
    <dsp:sp modelId="{42AA6BF5-236E-490C-A969-626BE6E4BB9C}">
      <dsp:nvSpPr>
        <dsp:cNvPr id="0" name=""/>
        <dsp:cNvSpPr/>
      </dsp:nvSpPr>
      <dsp:spPr>
        <a:xfrm>
          <a:off x="5866385" y="823374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4C8F0E-9374-4DF1-AC07-52F8350BA5F0}">
      <dsp:nvSpPr>
        <dsp:cNvPr id="0" name=""/>
        <dsp:cNvSpPr/>
      </dsp:nvSpPr>
      <dsp:spPr>
        <a:xfrm>
          <a:off x="4687099" y="0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Categorize</a:t>
          </a:r>
          <a:endParaRPr lang="en-US" sz="2000" b="1" kern="1200" dirty="0"/>
        </a:p>
      </dsp:txBody>
      <dsp:txXfrm>
        <a:off x="4986973" y="259426"/>
        <a:ext cx="1209757" cy="1046583"/>
      </dsp:txXfrm>
    </dsp:sp>
    <dsp:sp modelId="{4606A68C-1459-45FD-A926-BEF51B3F9A16}">
      <dsp:nvSpPr>
        <dsp:cNvPr id="0" name=""/>
        <dsp:cNvSpPr/>
      </dsp:nvSpPr>
      <dsp:spPr>
        <a:xfrm>
          <a:off x="6838680" y="2165330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9CC2E0-27B6-454B-B3A2-6B53ADFA8A60}">
      <dsp:nvSpPr>
        <dsp:cNvPr id="0" name=""/>
        <dsp:cNvSpPr/>
      </dsp:nvSpPr>
      <dsp:spPr>
        <a:xfrm>
          <a:off x="6346626" y="962847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Select</a:t>
          </a:r>
          <a:endParaRPr lang="en-US" sz="2000" b="1" kern="1200" dirty="0"/>
        </a:p>
      </dsp:txBody>
      <dsp:txXfrm>
        <a:off x="6646500" y="1222273"/>
        <a:ext cx="1209757" cy="1046583"/>
      </dsp:txXfrm>
    </dsp:sp>
    <dsp:sp modelId="{03707AEE-8350-417A-AE6D-DCFB67204CCB}">
      <dsp:nvSpPr>
        <dsp:cNvPr id="0" name=""/>
        <dsp:cNvSpPr/>
      </dsp:nvSpPr>
      <dsp:spPr>
        <a:xfrm>
          <a:off x="6163261" y="3680145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35F2AC-670C-466F-83D1-AC6488378025}">
      <dsp:nvSpPr>
        <dsp:cNvPr id="0" name=""/>
        <dsp:cNvSpPr/>
      </dsp:nvSpPr>
      <dsp:spPr>
        <a:xfrm>
          <a:off x="6346626" y="2855694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Implement</a:t>
          </a:r>
          <a:endParaRPr lang="en-US" sz="2000" b="1" kern="1200" dirty="0"/>
        </a:p>
      </dsp:txBody>
      <dsp:txXfrm>
        <a:off x="6646500" y="3115120"/>
        <a:ext cx="1209757" cy="1046583"/>
      </dsp:txXfrm>
    </dsp:sp>
    <dsp:sp modelId="{B2802F04-7DA7-4AA4-979A-C1B53BA3077A}">
      <dsp:nvSpPr>
        <dsp:cNvPr id="0" name=""/>
        <dsp:cNvSpPr/>
      </dsp:nvSpPr>
      <dsp:spPr>
        <a:xfrm>
          <a:off x="4487812" y="3837389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719039-78C0-478B-B8FD-74FD3FF641B3}">
      <dsp:nvSpPr>
        <dsp:cNvPr id="0" name=""/>
        <dsp:cNvSpPr/>
      </dsp:nvSpPr>
      <dsp:spPr>
        <a:xfrm>
          <a:off x="4687099" y="3819618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Assess</a:t>
          </a:r>
          <a:endParaRPr lang="en-US" sz="2000" b="1" kern="1200" dirty="0"/>
        </a:p>
      </dsp:txBody>
      <dsp:txXfrm>
        <a:off x="4986973" y="4079044"/>
        <a:ext cx="1209757" cy="1046583"/>
      </dsp:txXfrm>
    </dsp:sp>
    <dsp:sp modelId="{647822FA-5D32-4960-86B9-A3F25A41830C}">
      <dsp:nvSpPr>
        <dsp:cNvPr id="0" name=""/>
        <dsp:cNvSpPr/>
      </dsp:nvSpPr>
      <dsp:spPr>
        <a:xfrm>
          <a:off x="3499594" y="2495972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24AD47B-9AEF-45E3-9DBF-05C3D6CEE292}">
      <dsp:nvSpPr>
        <dsp:cNvPr id="0" name=""/>
        <dsp:cNvSpPr/>
      </dsp:nvSpPr>
      <dsp:spPr>
        <a:xfrm>
          <a:off x="3019867" y="2856771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Authorize</a:t>
          </a:r>
          <a:endParaRPr lang="en-US" sz="2000" b="1" kern="1200" dirty="0"/>
        </a:p>
      </dsp:txBody>
      <dsp:txXfrm>
        <a:off x="3319741" y="3116197"/>
        <a:ext cx="1209757" cy="1046583"/>
      </dsp:txXfrm>
    </dsp:sp>
    <dsp:sp modelId="{D3FAF017-90B7-4ECE-88F2-DD3DB33B6E84}">
      <dsp:nvSpPr>
        <dsp:cNvPr id="0" name=""/>
        <dsp:cNvSpPr/>
      </dsp:nvSpPr>
      <dsp:spPr>
        <a:xfrm>
          <a:off x="3019867" y="960693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Monitor</a:t>
          </a:r>
          <a:endParaRPr lang="en-US" sz="2000" b="1" kern="1200" dirty="0"/>
        </a:p>
      </dsp:txBody>
      <dsp:txXfrm>
        <a:off x="3319741" y="1220119"/>
        <a:ext cx="1209757" cy="10465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E7810-A184-4DFE-BEC6-B067B3BC3AE9}">
      <dsp:nvSpPr>
        <dsp:cNvPr id="0" name=""/>
        <dsp:cNvSpPr/>
      </dsp:nvSpPr>
      <dsp:spPr>
        <a:xfrm>
          <a:off x="4483703" y="1737218"/>
          <a:ext cx="2208080" cy="1910078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Prepare</a:t>
          </a:r>
          <a:endParaRPr lang="en-US" sz="2000" b="1" kern="1200" dirty="0"/>
        </a:p>
      </dsp:txBody>
      <dsp:txXfrm>
        <a:off x="4849613" y="2053745"/>
        <a:ext cx="1476260" cy="1277024"/>
      </dsp:txXfrm>
    </dsp:sp>
    <dsp:sp modelId="{42AA6BF5-236E-490C-A969-626BE6E4BB9C}">
      <dsp:nvSpPr>
        <dsp:cNvPr id="0" name=""/>
        <dsp:cNvSpPr/>
      </dsp:nvSpPr>
      <dsp:spPr>
        <a:xfrm>
          <a:off x="5866385" y="823374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4C8F0E-9374-4DF1-AC07-52F8350BA5F0}">
      <dsp:nvSpPr>
        <dsp:cNvPr id="0" name=""/>
        <dsp:cNvSpPr/>
      </dsp:nvSpPr>
      <dsp:spPr>
        <a:xfrm>
          <a:off x="4687099" y="0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Categorize</a:t>
          </a:r>
          <a:endParaRPr lang="en-US" sz="2000" b="1" kern="1200" dirty="0"/>
        </a:p>
      </dsp:txBody>
      <dsp:txXfrm>
        <a:off x="4986973" y="259426"/>
        <a:ext cx="1209757" cy="1046583"/>
      </dsp:txXfrm>
    </dsp:sp>
    <dsp:sp modelId="{4606A68C-1459-45FD-A926-BEF51B3F9A16}">
      <dsp:nvSpPr>
        <dsp:cNvPr id="0" name=""/>
        <dsp:cNvSpPr/>
      </dsp:nvSpPr>
      <dsp:spPr>
        <a:xfrm>
          <a:off x="6838680" y="2165330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9CC2E0-27B6-454B-B3A2-6B53ADFA8A60}">
      <dsp:nvSpPr>
        <dsp:cNvPr id="0" name=""/>
        <dsp:cNvSpPr/>
      </dsp:nvSpPr>
      <dsp:spPr>
        <a:xfrm>
          <a:off x="6346626" y="962847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Select</a:t>
          </a:r>
          <a:endParaRPr lang="en-US" sz="2000" b="1" kern="1200" dirty="0"/>
        </a:p>
      </dsp:txBody>
      <dsp:txXfrm>
        <a:off x="6646500" y="1222273"/>
        <a:ext cx="1209757" cy="1046583"/>
      </dsp:txXfrm>
    </dsp:sp>
    <dsp:sp modelId="{03707AEE-8350-417A-AE6D-DCFB67204CCB}">
      <dsp:nvSpPr>
        <dsp:cNvPr id="0" name=""/>
        <dsp:cNvSpPr/>
      </dsp:nvSpPr>
      <dsp:spPr>
        <a:xfrm>
          <a:off x="6163261" y="3680145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35F2AC-670C-466F-83D1-AC6488378025}">
      <dsp:nvSpPr>
        <dsp:cNvPr id="0" name=""/>
        <dsp:cNvSpPr/>
      </dsp:nvSpPr>
      <dsp:spPr>
        <a:xfrm>
          <a:off x="6346626" y="2855694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Implement</a:t>
          </a:r>
          <a:endParaRPr lang="en-US" sz="2000" b="1" kern="1200" dirty="0"/>
        </a:p>
      </dsp:txBody>
      <dsp:txXfrm>
        <a:off x="6646500" y="3115120"/>
        <a:ext cx="1209757" cy="1046583"/>
      </dsp:txXfrm>
    </dsp:sp>
    <dsp:sp modelId="{B2802F04-7DA7-4AA4-979A-C1B53BA3077A}">
      <dsp:nvSpPr>
        <dsp:cNvPr id="0" name=""/>
        <dsp:cNvSpPr/>
      </dsp:nvSpPr>
      <dsp:spPr>
        <a:xfrm>
          <a:off x="4487812" y="3837389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719039-78C0-478B-B8FD-74FD3FF641B3}">
      <dsp:nvSpPr>
        <dsp:cNvPr id="0" name=""/>
        <dsp:cNvSpPr/>
      </dsp:nvSpPr>
      <dsp:spPr>
        <a:xfrm>
          <a:off x="4687099" y="3819618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Assess</a:t>
          </a:r>
          <a:endParaRPr lang="en-US" sz="2000" b="1" kern="1200" dirty="0"/>
        </a:p>
      </dsp:txBody>
      <dsp:txXfrm>
        <a:off x="4986973" y="4079044"/>
        <a:ext cx="1209757" cy="1046583"/>
      </dsp:txXfrm>
    </dsp:sp>
    <dsp:sp modelId="{647822FA-5D32-4960-86B9-A3F25A41830C}">
      <dsp:nvSpPr>
        <dsp:cNvPr id="0" name=""/>
        <dsp:cNvSpPr/>
      </dsp:nvSpPr>
      <dsp:spPr>
        <a:xfrm>
          <a:off x="3499594" y="2495972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24AD47B-9AEF-45E3-9DBF-05C3D6CEE292}">
      <dsp:nvSpPr>
        <dsp:cNvPr id="0" name=""/>
        <dsp:cNvSpPr/>
      </dsp:nvSpPr>
      <dsp:spPr>
        <a:xfrm>
          <a:off x="3019867" y="2856771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Authorize</a:t>
          </a:r>
          <a:endParaRPr lang="en-US" sz="2000" b="1" kern="1200" dirty="0"/>
        </a:p>
      </dsp:txBody>
      <dsp:txXfrm>
        <a:off x="3319741" y="3116197"/>
        <a:ext cx="1209757" cy="1046583"/>
      </dsp:txXfrm>
    </dsp:sp>
    <dsp:sp modelId="{D3FAF017-90B7-4ECE-88F2-DD3DB33B6E84}">
      <dsp:nvSpPr>
        <dsp:cNvPr id="0" name=""/>
        <dsp:cNvSpPr/>
      </dsp:nvSpPr>
      <dsp:spPr>
        <a:xfrm>
          <a:off x="3019867" y="960693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Monitor</a:t>
          </a:r>
          <a:endParaRPr lang="en-US" sz="2000" b="1" kern="1200" dirty="0"/>
        </a:p>
      </dsp:txBody>
      <dsp:txXfrm>
        <a:off x="3319741" y="1220119"/>
        <a:ext cx="1209757" cy="10465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E7810-A184-4DFE-BEC6-B067B3BC3AE9}">
      <dsp:nvSpPr>
        <dsp:cNvPr id="0" name=""/>
        <dsp:cNvSpPr/>
      </dsp:nvSpPr>
      <dsp:spPr>
        <a:xfrm>
          <a:off x="4483703" y="1737218"/>
          <a:ext cx="2208080" cy="1910078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Prepare</a:t>
          </a:r>
          <a:endParaRPr lang="en-US" sz="2000" b="1" kern="1200" dirty="0"/>
        </a:p>
      </dsp:txBody>
      <dsp:txXfrm>
        <a:off x="4849613" y="2053745"/>
        <a:ext cx="1476260" cy="1277024"/>
      </dsp:txXfrm>
    </dsp:sp>
    <dsp:sp modelId="{42AA6BF5-236E-490C-A969-626BE6E4BB9C}">
      <dsp:nvSpPr>
        <dsp:cNvPr id="0" name=""/>
        <dsp:cNvSpPr/>
      </dsp:nvSpPr>
      <dsp:spPr>
        <a:xfrm>
          <a:off x="5866385" y="823374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4C8F0E-9374-4DF1-AC07-52F8350BA5F0}">
      <dsp:nvSpPr>
        <dsp:cNvPr id="0" name=""/>
        <dsp:cNvSpPr/>
      </dsp:nvSpPr>
      <dsp:spPr>
        <a:xfrm>
          <a:off x="4687099" y="0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Categorize</a:t>
          </a:r>
          <a:endParaRPr lang="en-US" sz="2000" b="1" kern="1200" dirty="0"/>
        </a:p>
      </dsp:txBody>
      <dsp:txXfrm>
        <a:off x="4986973" y="259426"/>
        <a:ext cx="1209757" cy="1046583"/>
      </dsp:txXfrm>
    </dsp:sp>
    <dsp:sp modelId="{4606A68C-1459-45FD-A926-BEF51B3F9A16}">
      <dsp:nvSpPr>
        <dsp:cNvPr id="0" name=""/>
        <dsp:cNvSpPr/>
      </dsp:nvSpPr>
      <dsp:spPr>
        <a:xfrm>
          <a:off x="6838680" y="2165330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9CC2E0-27B6-454B-B3A2-6B53ADFA8A60}">
      <dsp:nvSpPr>
        <dsp:cNvPr id="0" name=""/>
        <dsp:cNvSpPr/>
      </dsp:nvSpPr>
      <dsp:spPr>
        <a:xfrm>
          <a:off x="6346626" y="962847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Select</a:t>
          </a:r>
          <a:endParaRPr lang="en-US" sz="2000" b="1" kern="1200" dirty="0"/>
        </a:p>
      </dsp:txBody>
      <dsp:txXfrm>
        <a:off x="6646500" y="1222273"/>
        <a:ext cx="1209757" cy="1046583"/>
      </dsp:txXfrm>
    </dsp:sp>
    <dsp:sp modelId="{03707AEE-8350-417A-AE6D-DCFB67204CCB}">
      <dsp:nvSpPr>
        <dsp:cNvPr id="0" name=""/>
        <dsp:cNvSpPr/>
      </dsp:nvSpPr>
      <dsp:spPr>
        <a:xfrm>
          <a:off x="6163261" y="3680145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35F2AC-670C-466F-83D1-AC6488378025}">
      <dsp:nvSpPr>
        <dsp:cNvPr id="0" name=""/>
        <dsp:cNvSpPr/>
      </dsp:nvSpPr>
      <dsp:spPr>
        <a:xfrm>
          <a:off x="6346626" y="2855694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Implement</a:t>
          </a:r>
          <a:endParaRPr lang="en-US" sz="2000" b="1" kern="1200" dirty="0"/>
        </a:p>
      </dsp:txBody>
      <dsp:txXfrm>
        <a:off x="6646500" y="3115120"/>
        <a:ext cx="1209757" cy="1046583"/>
      </dsp:txXfrm>
    </dsp:sp>
    <dsp:sp modelId="{B2802F04-7DA7-4AA4-979A-C1B53BA3077A}">
      <dsp:nvSpPr>
        <dsp:cNvPr id="0" name=""/>
        <dsp:cNvSpPr/>
      </dsp:nvSpPr>
      <dsp:spPr>
        <a:xfrm>
          <a:off x="4487812" y="3837389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719039-78C0-478B-B8FD-74FD3FF641B3}">
      <dsp:nvSpPr>
        <dsp:cNvPr id="0" name=""/>
        <dsp:cNvSpPr/>
      </dsp:nvSpPr>
      <dsp:spPr>
        <a:xfrm>
          <a:off x="4687099" y="3819618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Assess</a:t>
          </a:r>
          <a:endParaRPr lang="en-US" sz="2000" b="1" kern="1200" dirty="0"/>
        </a:p>
      </dsp:txBody>
      <dsp:txXfrm>
        <a:off x="4986973" y="4079044"/>
        <a:ext cx="1209757" cy="1046583"/>
      </dsp:txXfrm>
    </dsp:sp>
    <dsp:sp modelId="{647822FA-5D32-4960-86B9-A3F25A41830C}">
      <dsp:nvSpPr>
        <dsp:cNvPr id="0" name=""/>
        <dsp:cNvSpPr/>
      </dsp:nvSpPr>
      <dsp:spPr>
        <a:xfrm>
          <a:off x="3499594" y="2495972"/>
          <a:ext cx="833102" cy="71782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24AD47B-9AEF-45E3-9DBF-05C3D6CEE292}">
      <dsp:nvSpPr>
        <dsp:cNvPr id="0" name=""/>
        <dsp:cNvSpPr/>
      </dsp:nvSpPr>
      <dsp:spPr>
        <a:xfrm>
          <a:off x="3019867" y="2856771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Authorize</a:t>
          </a:r>
          <a:endParaRPr lang="en-US" sz="2000" b="1" kern="1200" dirty="0"/>
        </a:p>
      </dsp:txBody>
      <dsp:txXfrm>
        <a:off x="3319741" y="3116197"/>
        <a:ext cx="1209757" cy="1046583"/>
      </dsp:txXfrm>
    </dsp:sp>
    <dsp:sp modelId="{D3FAF017-90B7-4ECE-88F2-DD3DB33B6E84}">
      <dsp:nvSpPr>
        <dsp:cNvPr id="0" name=""/>
        <dsp:cNvSpPr/>
      </dsp:nvSpPr>
      <dsp:spPr>
        <a:xfrm>
          <a:off x="3019867" y="960693"/>
          <a:ext cx="1809505" cy="156543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Monitor</a:t>
          </a:r>
          <a:endParaRPr lang="en-US" sz="2000" b="1" kern="1200" dirty="0"/>
        </a:p>
      </dsp:txBody>
      <dsp:txXfrm>
        <a:off x="3319741" y="1220119"/>
        <a:ext cx="1209757" cy="1046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65762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712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7745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58004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07107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58993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33965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95588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93873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10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6591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32310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2262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28692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A structured and continuous process that integrates information security and risk management activities into the system development life cycle (SDLC).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It follows a security life cycle, which involves six stages.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397946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1934609A-4B5F-4E1C-A17E-E1A37C6318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482280"/>
              </p:ext>
            </p:extLst>
          </p:nvPr>
        </p:nvGraphicFramePr>
        <p:xfrm>
          <a:off x="506413" y="1162050"/>
          <a:ext cx="11176000" cy="538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630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Categorization of the Information System</a:t>
            </a:r>
            <a:r>
              <a:rPr lang="en-US" sz="3400" dirty="0"/>
              <a:t> - defining criticality or sensitivity of the information system according to the potential worst-case scenario.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This shows the adverse impact to the mission or the business.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108226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1934609A-4B5F-4E1C-A17E-E1A37C6318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413" y="1162050"/>
          <a:ext cx="11176000" cy="538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890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Selection of the Security Controls</a:t>
            </a:r>
            <a:r>
              <a:rPr lang="en-US" sz="3400" dirty="0"/>
              <a:t> - select the baseline security controls under a NIST risk management framework.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Apply tailored guidance and supplemental controls (if needed) based on risk assessment.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297881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1934609A-4B5F-4E1C-A17E-E1A37C6318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413" y="1162050"/>
          <a:ext cx="11176000" cy="538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141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Implement the Security Controls</a:t>
            </a:r>
            <a:r>
              <a:rPr lang="en-US" sz="3400" dirty="0"/>
              <a:t> - within the enterprise architecture using sound system-engineering practices.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Apply security configuration settings.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1191729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1934609A-4B5F-4E1C-A17E-E1A37C6318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413" y="1162050"/>
          <a:ext cx="11176000" cy="538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04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Assess the Security Controls</a:t>
            </a:r>
            <a:r>
              <a:rPr lang="en-US" sz="3400" dirty="0"/>
              <a:t> - Determine security control effectiveness by ensuring correct and effective implementation of the controls as per required operation and compliance with security requirements for the information system.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200834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1934609A-4B5F-4E1C-A17E-E1A37C6318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413" y="1162050"/>
          <a:ext cx="11176000" cy="538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1940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Authorize the Information System</a:t>
            </a:r>
            <a:r>
              <a:rPr lang="en-US" sz="3400" dirty="0"/>
              <a:t> - Determine risk to organizational operations and assets, individuals, other organizations, and the nation; if acceptable, authorize the operation.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3524963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1934609A-4B5F-4E1C-A17E-E1A37C6318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413" y="1162050"/>
          <a:ext cx="11176000" cy="538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3813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Monitor Security State</a:t>
            </a:r>
            <a:r>
              <a:rPr lang="en-US" sz="3400" dirty="0"/>
              <a:t> - Continuously track changes to the information system that may affect security controls, and reassess control effectiveness.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75972035"/>
      </p:ext>
    </p:extLst>
  </p:cSld>
  <p:clrMapOvr>
    <a:masterClrMapping/>
  </p:clrMapOvr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B149BED7-82E9-4A8F-B485-75F419D89C64}"/>
</file>

<file path=customXml/itemProps2.xml><?xml version="1.0" encoding="utf-8"?>
<ds:datastoreItem xmlns:ds="http://schemas.openxmlformats.org/officeDocument/2006/customXml" ds:itemID="{E6444C76-165F-4309-A05E-AF764911A1C6}"/>
</file>

<file path=customXml/itemProps3.xml><?xml version="1.0" encoding="utf-8"?>
<ds:datastoreItem xmlns:ds="http://schemas.openxmlformats.org/officeDocument/2006/customXml" ds:itemID="{3F6FD884-991F-41F8-B3CD-0EA628DA2FCF}"/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387</Words>
  <Application>Microsoft Office PowerPoint</Application>
  <PresentationFormat>Widescreen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92</cp:revision>
  <cp:lastPrinted>2020-04-29T19:12:33Z</cp:lastPrinted>
  <dcterms:created xsi:type="dcterms:W3CDTF">2020-04-24T18:08:50Z</dcterms:created>
  <dcterms:modified xsi:type="dcterms:W3CDTF">2020-08-24T18:44:27Z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