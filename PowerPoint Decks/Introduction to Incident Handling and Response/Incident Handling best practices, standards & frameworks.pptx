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881" r:id="rId2"/>
    <p:sldId id="2882" r:id="rId3"/>
    <p:sldId id="2883" r:id="rId4"/>
    <p:sldId id="2884" r:id="rId5"/>
    <p:sldId id="2885" r:id="rId6"/>
    <p:sldId id="2886" r:id="rId7"/>
    <p:sldId id="2887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6656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097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01132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4661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6374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8540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ENISA</a:t>
            </a:r>
          </a:p>
          <a:p>
            <a:pPr marL="0" indent="0">
              <a:buNone/>
            </a:pPr>
            <a:r>
              <a:rPr lang="en-US" sz="3400" dirty="0"/>
              <a:t>GPG18 and Forensic readiness planning (SPF)</a:t>
            </a:r>
          </a:p>
          <a:p>
            <a:pPr marL="0" indent="0">
              <a:buNone/>
            </a:pPr>
            <a:r>
              <a:rPr lang="en-US" sz="3400" dirty="0"/>
              <a:t>OWASP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Audit and Due Diligence</a:t>
            </a:r>
          </a:p>
          <a:p>
            <a:pPr marL="0" indent="0">
              <a:buNone/>
            </a:pPr>
            <a:r>
              <a:rPr lang="en-US" sz="3400" dirty="0"/>
              <a:t>Create a Response Team</a:t>
            </a:r>
          </a:p>
          <a:p>
            <a:pPr marL="0" indent="0">
              <a:buNone/>
            </a:pPr>
            <a:r>
              <a:rPr lang="en-US" sz="3400" dirty="0"/>
              <a:t>Create a Documented Incident Response Plan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Incident Handling / Response Best Practices?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Identify All Triggers and Indicators</a:t>
            </a:r>
          </a:p>
          <a:p>
            <a:pPr marL="0" indent="0">
              <a:buNone/>
            </a:pPr>
            <a:r>
              <a:rPr lang="en-US" sz="3400" dirty="0"/>
              <a:t>Investigate the Problem</a:t>
            </a:r>
          </a:p>
          <a:p>
            <a:pPr marL="0" indent="0">
              <a:buNone/>
            </a:pPr>
            <a:r>
              <a:rPr lang="en-US" sz="3400" dirty="0"/>
              <a:t>Triage and Mitigation</a:t>
            </a:r>
          </a:p>
          <a:p>
            <a:pPr marL="0" indent="0">
              <a:buNone/>
            </a:pPr>
            <a:r>
              <a:rPr lang="en-US" sz="3400" dirty="0"/>
              <a:t>	o Classification of the incident </a:t>
            </a:r>
          </a:p>
          <a:p>
            <a:pPr marL="0" indent="0">
              <a:buNone/>
            </a:pPr>
            <a:r>
              <a:rPr lang="en-US" sz="3400" dirty="0"/>
              <a:t>	o Incident prioritization </a:t>
            </a:r>
          </a:p>
          <a:p>
            <a:pPr marL="0" indent="0">
              <a:buNone/>
            </a:pPr>
            <a:r>
              <a:rPr lang="en-US" sz="3400" dirty="0"/>
              <a:t>	o Assigning specific tasks to specific people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Incident Handling / Response Best Practices?</a:t>
            </a:r>
          </a:p>
        </p:txBody>
      </p:sp>
    </p:spTree>
    <p:extLst>
      <p:ext uri="{BB962C8B-B14F-4D97-AF65-F5344CB8AC3E}">
        <p14:creationId xmlns:p14="http://schemas.microsoft.com/office/powerpoint/2010/main" val="244317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Recovery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Documentation and Reporting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Process Review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Practice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Incident Handling / Response Best Practices?</a:t>
            </a:r>
          </a:p>
        </p:txBody>
      </p:sp>
    </p:spTree>
    <p:extLst>
      <p:ext uri="{BB962C8B-B14F-4D97-AF65-F5344CB8AC3E}">
        <p14:creationId xmlns:p14="http://schemas.microsoft.com/office/powerpoint/2010/main" val="5494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ISO 27000 series</a:t>
            </a:r>
          </a:p>
          <a:p>
            <a:pPr marL="0" indent="0">
              <a:buNone/>
            </a:pPr>
            <a:r>
              <a:rPr lang="en-US" sz="3400" dirty="0"/>
              <a:t>	ISO/IEC 27001:2013 - Annex A.16</a:t>
            </a:r>
          </a:p>
          <a:p>
            <a:pPr marL="0" indent="0">
              <a:buNone/>
            </a:pPr>
            <a:r>
              <a:rPr lang="en-US" sz="3400" dirty="0"/>
              <a:t>	ISO 27002:2013 - Section 16</a:t>
            </a:r>
          </a:p>
          <a:p>
            <a:pPr marL="0" indent="0">
              <a:buNone/>
            </a:pPr>
            <a:r>
              <a:rPr lang="en-US" sz="3400" dirty="0"/>
              <a:t>	ISO/IEC 27035 series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Payment Card Industry Data Security Standard (PCI DSS) - 12.5.3 &amp; 12.9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Standards we should know?</a:t>
            </a:r>
          </a:p>
        </p:txBody>
      </p:sp>
    </p:spTree>
    <p:extLst>
      <p:ext uri="{BB962C8B-B14F-4D97-AF65-F5344CB8AC3E}">
        <p14:creationId xmlns:p14="http://schemas.microsoft.com/office/powerpoint/2010/main" val="35485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Federal Information Processing Standards (FIPS) 200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NIST SP 800-86 - integrating forensic techniques into incident response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NIST SP 800-61 Rev.2 - computer security incident handling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Standards we should know?</a:t>
            </a:r>
          </a:p>
        </p:txBody>
      </p:sp>
    </p:spTree>
    <p:extLst>
      <p:ext uri="{BB962C8B-B14F-4D97-AF65-F5344CB8AC3E}">
        <p14:creationId xmlns:p14="http://schemas.microsoft.com/office/powerpoint/2010/main" val="428351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Standard of Good Practice from Information Security Forum (ISF)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NERC 1300 Cyber Security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(RFC) 2196 - setting computer security policies and procedures for sites that have systems on the internet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Standards we should know?</a:t>
            </a:r>
          </a:p>
        </p:txBody>
      </p:sp>
    </p:spTree>
    <p:extLst>
      <p:ext uri="{BB962C8B-B14F-4D97-AF65-F5344CB8AC3E}">
        <p14:creationId xmlns:p14="http://schemas.microsoft.com/office/powerpoint/2010/main" val="406161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dirty="0"/>
              <a:t>Center for Internet Security (CIS) Controls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COBIT 2019 -</a:t>
            </a:r>
          </a:p>
          <a:p>
            <a:pPr marL="0" indent="0">
              <a:buNone/>
            </a:pPr>
            <a:r>
              <a:rPr lang="en-US" sz="3400" dirty="0"/>
              <a:t>	▪ Meeting stakeholder needs </a:t>
            </a:r>
          </a:p>
          <a:p>
            <a:pPr marL="0" indent="0">
              <a:buNone/>
            </a:pPr>
            <a:r>
              <a:rPr lang="en-US" sz="3400" dirty="0"/>
              <a:t>	▪ Covering the enterprise end-to-end </a:t>
            </a:r>
          </a:p>
          <a:p>
            <a:pPr marL="0" indent="0">
              <a:buNone/>
            </a:pPr>
            <a:r>
              <a:rPr lang="en-US" sz="3400" dirty="0"/>
              <a:t>	▪ Applying a single integrated framework </a:t>
            </a:r>
          </a:p>
          <a:p>
            <a:pPr marL="0" indent="0">
              <a:buNone/>
            </a:pPr>
            <a:r>
              <a:rPr lang="en-US" sz="3400" dirty="0"/>
              <a:t>	▪ Enabling a holistic approach </a:t>
            </a:r>
          </a:p>
          <a:p>
            <a:pPr marL="0" indent="0">
              <a:buNone/>
            </a:pPr>
            <a:r>
              <a:rPr lang="en-US" sz="3400" dirty="0"/>
              <a:t>	▪ Separating governance from 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Cyber Security Frameworks we should know?</a:t>
            </a:r>
          </a:p>
        </p:txBody>
      </p:sp>
    </p:spTree>
    <p:extLst>
      <p:ext uri="{BB962C8B-B14F-4D97-AF65-F5344CB8AC3E}">
        <p14:creationId xmlns:p14="http://schemas.microsoft.com/office/powerpoint/2010/main" val="228129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992BBA5E-84B6-4DB4-B0FF-E8D168FDEC35}"/>
</file>

<file path=customXml/itemProps2.xml><?xml version="1.0" encoding="utf-8"?>
<ds:datastoreItem xmlns:ds="http://schemas.openxmlformats.org/officeDocument/2006/customXml" ds:itemID="{A1E51BD5-77F5-4C5D-91A3-B1EE7AF6A84F}"/>
</file>

<file path=customXml/itemProps3.xml><?xml version="1.0" encoding="utf-8"?>
<ds:datastoreItem xmlns:ds="http://schemas.openxmlformats.org/officeDocument/2006/customXml" ds:itemID="{F6630A69-D002-423E-A289-AC749602D186}"/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274</Words>
  <Application>Microsoft Office PowerPoint</Application>
  <PresentationFormat>Widescreen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Incident Handling / Response Best Practices?</vt:lpstr>
      <vt:lpstr>What are the Incident Handling / Response Best Practices?</vt:lpstr>
      <vt:lpstr>What are the Incident Handling / Response Best Practices?</vt:lpstr>
      <vt:lpstr>What are the Standards we should know?</vt:lpstr>
      <vt:lpstr>What are the Standards we should know?</vt:lpstr>
      <vt:lpstr>What are the Standards we should know?</vt:lpstr>
      <vt:lpstr>What are the Cyber Security Frameworks we should know?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71</cp:revision>
  <cp:lastPrinted>2020-04-29T19:12:33Z</cp:lastPrinted>
  <dcterms:created xsi:type="dcterms:W3CDTF">2020-04-24T18:08:50Z</dcterms:created>
  <dcterms:modified xsi:type="dcterms:W3CDTF">2020-08-26T17:44:35Z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