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880" r:id="rId2"/>
    <p:sldId id="2881" r:id="rId3"/>
    <p:sldId id="2882" r:id="rId4"/>
    <p:sldId id="2883" r:id="rId5"/>
    <p:sldId id="2884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7013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46863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51825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816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Examining, filtering, transforming, and modeling of acquired threat data for extracting threat intelligence.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Internal and external threat information or vulnerabilities is matched to real-world attacks.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 Threat Assessment?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Collection and analysis of information about threats.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Identify and mitigate various business risks by converting unknown threats into known threats.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Focus efforts on implementing various advanced and proactive defense strategies.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Threat intelligence?</a:t>
            </a:r>
          </a:p>
        </p:txBody>
      </p:sp>
    </p:spTree>
    <p:extLst>
      <p:ext uri="{BB962C8B-B14F-4D97-AF65-F5344CB8AC3E}">
        <p14:creationId xmlns:p14="http://schemas.microsoft.com/office/powerpoint/2010/main" val="253703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Assessing the threats and their impacts in various conditions.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Threat contextualization?</a:t>
            </a:r>
          </a:p>
        </p:txBody>
      </p:sp>
    </p:spTree>
    <p:extLst>
      <p:ext uri="{BB962C8B-B14F-4D97-AF65-F5344CB8AC3E}">
        <p14:creationId xmlns:p14="http://schemas.microsoft.com/office/powerpoint/2010/main" val="203829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400" dirty="0"/>
              <a:t>Used by organizations to monitor, detect, and escalate various evolving threats from the organizational networks.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Commonly used correlation techniques:</a:t>
            </a:r>
          </a:p>
          <a:p>
            <a:pPr marL="341312" lvl="1" indent="0">
              <a:buNone/>
            </a:pPr>
            <a:r>
              <a:rPr lang="en-US" sz="3200" dirty="0"/>
              <a:t>▪ Relating multiple incident types and sources across multiple nodes</a:t>
            </a:r>
          </a:p>
          <a:p>
            <a:pPr marL="341312" lvl="1" indent="0">
              <a:buNone/>
            </a:pPr>
            <a:r>
              <a:rPr lang="en-US" sz="3200" dirty="0"/>
              <a:t>▪ Incident sequence</a:t>
            </a:r>
          </a:p>
          <a:p>
            <a:pPr marL="341312" lvl="1" indent="0">
              <a:buNone/>
            </a:pPr>
            <a:r>
              <a:rPr lang="en-US" sz="3200" dirty="0"/>
              <a:t>▪ Incident persistence</a:t>
            </a:r>
          </a:p>
          <a:p>
            <a:pPr marL="341312" lvl="1" indent="0">
              <a:buNone/>
            </a:pPr>
            <a:r>
              <a:rPr lang="en-US" sz="3200" dirty="0"/>
              <a:t>▪ Incident-directed data collection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Threat correlation?</a:t>
            </a:r>
          </a:p>
        </p:txBody>
      </p:sp>
    </p:spTree>
    <p:extLst>
      <p:ext uri="{BB962C8B-B14F-4D97-AF65-F5344CB8AC3E}">
        <p14:creationId xmlns:p14="http://schemas.microsoft.com/office/powerpoint/2010/main" val="63929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Identifying the actors behind an attack, their goals and motives along with the sponsors.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Analyzing the threats to identify the indicators of compromise (</a:t>
            </a:r>
            <a:r>
              <a:rPr lang="en-US" sz="3200" dirty="0" err="1"/>
              <a:t>IoCs</a:t>
            </a:r>
            <a:r>
              <a:rPr lang="en-US" sz="3200" dirty="0"/>
              <a:t>) and derive useful threat intelligence.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Threat attribution?</a:t>
            </a:r>
          </a:p>
        </p:txBody>
      </p:sp>
    </p:spTree>
    <p:extLst>
      <p:ext uri="{BB962C8B-B14F-4D97-AF65-F5344CB8AC3E}">
        <p14:creationId xmlns:p14="http://schemas.microsoft.com/office/powerpoint/2010/main" val="264256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CF198534-8E28-4018-AC30-14FABC8F0D65}"/>
</file>

<file path=customXml/itemProps2.xml><?xml version="1.0" encoding="utf-8"?>
<ds:datastoreItem xmlns:ds="http://schemas.openxmlformats.org/officeDocument/2006/customXml" ds:itemID="{735B4714-F972-4C8B-B27A-80AE6D64EC41}"/>
</file>

<file path=customXml/itemProps3.xml><?xml version="1.0" encoding="utf-8"?>
<ds:datastoreItem xmlns:ds="http://schemas.openxmlformats.org/officeDocument/2006/customXml" ds:itemID="{D896F6A7-C0BD-4E91-B093-692FF7146DB9}"/>
</file>

<file path=docProps/app.xml><?xml version="1.0" encoding="utf-8"?>
<Properties xmlns="http://schemas.openxmlformats.org/officeDocument/2006/extended-properties" xmlns:vt="http://schemas.openxmlformats.org/officeDocument/2006/docPropsVTypes">
  <TotalTime>2335</TotalTime>
  <Words>181</Words>
  <Application>Microsoft Office PowerPoint</Application>
  <PresentationFormat>Widescreen</PresentationFormat>
  <Paragraphs>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a Threat Assessment?</vt:lpstr>
      <vt:lpstr>What is Threat intelligence?</vt:lpstr>
      <vt:lpstr>What is Threat contextualization?</vt:lpstr>
      <vt:lpstr>What is Threat correlation?</vt:lpstr>
      <vt:lpstr>What is Threat attribution?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60</cp:revision>
  <cp:lastPrinted>2020-04-29T19:12:33Z</cp:lastPrinted>
  <dcterms:created xsi:type="dcterms:W3CDTF">2020-04-24T18:08:50Z</dcterms:created>
  <dcterms:modified xsi:type="dcterms:W3CDTF">2020-08-17T17:03:26Z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