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80" r:id="rId2"/>
    <p:sldId id="2895" r:id="rId3"/>
    <p:sldId id="2896" r:id="rId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83312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5130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Threat</a:t>
            </a:r>
            <a:r>
              <a:rPr lang="en-US" sz="3400" dirty="0"/>
              <a:t> -  an event or situation that if it occurred, would prevent the organization from operating in its normal manner</a:t>
            </a:r>
          </a:p>
          <a:p>
            <a:pPr marL="0" indent="0">
              <a:buNone/>
            </a:pPr>
            <a:endParaRPr lang="en-US" sz="3400" b="1" dirty="0"/>
          </a:p>
          <a:p>
            <a:pPr marL="0" indent="0">
              <a:buNone/>
            </a:pPr>
            <a:r>
              <a:rPr lang="en-US" sz="3400" b="1" dirty="0"/>
              <a:t>Vulnerability</a:t>
            </a:r>
            <a:r>
              <a:rPr lang="en-US" sz="3400" dirty="0"/>
              <a:t> - weakness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Likelihood</a:t>
            </a:r>
            <a:r>
              <a:rPr lang="en-US" sz="3400" dirty="0"/>
              <a:t> - chance something might happen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Risk? – Vocabulary First…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Impact</a:t>
            </a:r>
            <a:r>
              <a:rPr lang="en-US" sz="3400" dirty="0"/>
              <a:t> - what a threat will cost (quantitative/qualitative)</a:t>
            </a:r>
          </a:p>
          <a:p>
            <a:pPr marL="0" indent="0">
              <a:buNone/>
            </a:pPr>
            <a:endParaRPr lang="en-US" sz="3400" b="1" dirty="0"/>
          </a:p>
          <a:p>
            <a:pPr marL="0" indent="0">
              <a:buNone/>
            </a:pPr>
            <a:r>
              <a:rPr lang="en-US" sz="3400" b="1" dirty="0"/>
              <a:t>Countermeasure (control)</a:t>
            </a:r>
            <a:r>
              <a:rPr lang="en-US" sz="3400" dirty="0"/>
              <a:t> - mechanism applied to minimize risk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Residual Risk</a:t>
            </a:r>
            <a:r>
              <a:rPr lang="en-US" sz="3400" dirty="0"/>
              <a:t> - remaining risk(s) after all countermeasures/controls have been applied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Risk? – Vocabulary First…</a:t>
            </a:r>
          </a:p>
        </p:txBody>
      </p:sp>
    </p:spTree>
    <p:extLst>
      <p:ext uri="{BB962C8B-B14F-4D97-AF65-F5344CB8AC3E}">
        <p14:creationId xmlns:p14="http://schemas.microsoft.com/office/powerpoint/2010/main" val="43029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Risk</a:t>
            </a:r>
            <a:r>
              <a:rPr lang="en-US" sz="3400" dirty="0"/>
              <a:t> - The probability (likelihood) that a given threat source will exercise a particular vulnerability and the resulting impact should that occur</a:t>
            </a:r>
          </a:p>
          <a:p>
            <a:pPr marL="0" indent="0">
              <a:buNone/>
            </a:pPr>
            <a:endParaRPr lang="en-US" sz="3400" b="1" dirty="0"/>
          </a:p>
          <a:p>
            <a:pPr marL="0" indent="0">
              <a:buNone/>
            </a:pPr>
            <a:r>
              <a:rPr lang="en-US" sz="3400" b="1" dirty="0"/>
              <a:t>Risk = Threat * Vulnerability</a:t>
            </a:r>
          </a:p>
          <a:p>
            <a:pPr marL="0" indent="0">
              <a:buNone/>
            </a:pPr>
            <a:endParaRPr lang="en-US" sz="3400" b="1" dirty="0"/>
          </a:p>
          <a:p>
            <a:pPr marL="0" indent="0">
              <a:buNone/>
            </a:pPr>
            <a:r>
              <a:rPr lang="en-US" sz="3400" dirty="0"/>
              <a:t>			NIST SP800-30R1 page 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Risk?</a:t>
            </a:r>
          </a:p>
        </p:txBody>
      </p:sp>
    </p:spTree>
    <p:extLst>
      <p:ext uri="{BB962C8B-B14F-4D97-AF65-F5344CB8AC3E}">
        <p14:creationId xmlns:p14="http://schemas.microsoft.com/office/powerpoint/2010/main" val="106666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DC21AC21-D7FB-4A90-B17C-C85198E7CB34}"/>
</file>

<file path=customXml/itemProps2.xml><?xml version="1.0" encoding="utf-8"?>
<ds:datastoreItem xmlns:ds="http://schemas.openxmlformats.org/officeDocument/2006/customXml" ds:itemID="{9B2F37A3-03BC-4405-8ECF-C2E88906B0A7}"/>
</file>

<file path=customXml/itemProps3.xml><?xml version="1.0" encoding="utf-8"?>
<ds:datastoreItem xmlns:ds="http://schemas.openxmlformats.org/officeDocument/2006/customXml" ds:itemID="{C45EFED9-8C73-44B0-9266-C1CBA58845F0}"/>
</file>

<file path=docProps/app.xml><?xml version="1.0" encoding="utf-8"?>
<Properties xmlns="http://schemas.openxmlformats.org/officeDocument/2006/extended-properties" xmlns:vt="http://schemas.openxmlformats.org/officeDocument/2006/docPropsVTypes">
  <TotalTime>2612</TotalTime>
  <Words>127</Words>
  <Application>Microsoft Office PowerPoint</Application>
  <PresentationFormat>Widescreen</PresentationFormat>
  <Paragraphs>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Risk? – Vocabulary First…</vt:lpstr>
      <vt:lpstr>What is Risk? – Vocabulary First…</vt:lpstr>
      <vt:lpstr>What is Risk?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85</cp:revision>
  <cp:lastPrinted>2020-04-29T19:12:33Z</cp:lastPrinted>
  <dcterms:created xsi:type="dcterms:W3CDTF">2020-04-24T18:08:50Z</dcterms:created>
  <dcterms:modified xsi:type="dcterms:W3CDTF">2020-08-21T18:02:20Z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