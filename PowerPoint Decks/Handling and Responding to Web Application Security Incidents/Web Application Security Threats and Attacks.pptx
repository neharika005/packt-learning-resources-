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880" r:id="rId2"/>
    <p:sldId id="2884" r:id="rId3"/>
    <p:sldId id="2885" r:id="rId4"/>
    <p:sldId id="2886" r:id="rId5"/>
    <p:sldId id="2887" r:id="rId6"/>
    <p:sldId id="2888" r:id="rId7"/>
    <p:sldId id="2889" r:id="rId8"/>
    <p:sldId id="2890" r:id="rId9"/>
    <p:sldId id="2891" r:id="rId10"/>
    <p:sldId id="2892" r:id="rId11"/>
    <p:sldId id="2882" r:id="rId1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550400D-634F-4ECE-8B99-E301607E417A}" type="datetimeFigureOut">
              <a:rPr lang="en-US" smtClean="0"/>
              <a:t>9/25/2020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2CA5BA8-5709-4BCF-8567-BC7E030021D0}" type="slidenum">
              <a:rPr lang="en-US" smtClean="0"/>
              <a:t>‹#›</a:t>
            </a:fld>
            <a:endParaRPr lang="en-US"/>
          </a:p>
        </p:txBody>
      </p:sp>
    </p:spTree>
    <p:extLst>
      <p:ext uri="{BB962C8B-B14F-4D97-AF65-F5344CB8AC3E}">
        <p14:creationId xmlns:p14="http://schemas.microsoft.com/office/powerpoint/2010/main" val="3507634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1</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583248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2</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37152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3</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947086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4</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2133016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5</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408238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6</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418441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7</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3938328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8</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2288099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9</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876964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10</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405651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11</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4950031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FCC102-5D77-AB4A-B015-62CEE166E515}"/>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13" name="Straight Connector 12">
            <a:extLst>
              <a:ext uri="{FF2B5EF4-FFF2-40B4-BE49-F238E27FC236}">
                <a16:creationId xmlns:a16="http://schemas.microsoft.com/office/drawing/2014/main" id="{F66CB8CD-22B6-8E44-A0B2-E202A3F50FC0}"/>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91E13A89-D0B2-A346-9918-7B58BA5F80BF}"/>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8" name="Title 1">
            <a:extLst>
              <a:ext uri="{FF2B5EF4-FFF2-40B4-BE49-F238E27FC236}">
                <a16:creationId xmlns:a16="http://schemas.microsoft.com/office/drawing/2014/main" id="{E537DE53-9F91-F144-B090-6891FC7F64E7}"/>
              </a:ext>
            </a:extLst>
          </p:cNvPr>
          <p:cNvSpPr>
            <a:spLocks noGrp="1"/>
          </p:cNvSpPr>
          <p:nvPr>
            <p:ph type="title"/>
          </p:nvPr>
        </p:nvSpPr>
        <p:spPr>
          <a:xfrm>
            <a:off x="1121782" y="1354512"/>
            <a:ext cx="10515600" cy="1882337"/>
          </a:xfrm>
          <a:prstGeom prst="rect">
            <a:avLst/>
          </a:prstGeom>
          <a:ln>
            <a:noFill/>
          </a:ln>
        </p:spPr>
        <p:txBody>
          <a:bodyPr anchor="b"/>
          <a:lstStyle>
            <a:lvl1pPr algn="r">
              <a:defRPr sz="6000">
                <a:solidFill>
                  <a:schemeClr val="bg1"/>
                </a:solidFill>
              </a:defRPr>
            </a:lvl1pPr>
          </a:lstStyle>
          <a:p>
            <a:r>
              <a:rPr lang="en-US"/>
              <a:t>Click to edit Master title style</a:t>
            </a:r>
          </a:p>
        </p:txBody>
      </p:sp>
      <p:sp>
        <p:nvSpPr>
          <p:cNvPr id="11" name="Text Placeholder 2">
            <a:extLst>
              <a:ext uri="{FF2B5EF4-FFF2-40B4-BE49-F238E27FC236}">
                <a16:creationId xmlns:a16="http://schemas.microsoft.com/office/drawing/2014/main" id="{9C3AB1C3-283D-F547-BE60-C0223B09E9F0}"/>
              </a:ext>
            </a:extLst>
          </p:cNvPr>
          <p:cNvSpPr>
            <a:spLocks noGrp="1"/>
          </p:cNvSpPr>
          <p:nvPr>
            <p:ph type="body" idx="1"/>
          </p:nvPr>
        </p:nvSpPr>
        <p:spPr>
          <a:xfrm>
            <a:off x="1121782" y="3539550"/>
            <a:ext cx="10515600" cy="959999"/>
          </a:xfrm>
          <a:prstGeom prst="rect">
            <a:avLst/>
          </a:prstGeom>
        </p:spPr>
        <p:txBody>
          <a:bodyPr/>
          <a:lstStyle>
            <a:lvl1pPr marL="0" indent="0" algn="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010504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550376-BED7-4B46-B83A-D8C4218AB513}"/>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7" name="Straight Connector 6">
            <a:extLst>
              <a:ext uri="{FF2B5EF4-FFF2-40B4-BE49-F238E27FC236}">
                <a16:creationId xmlns:a16="http://schemas.microsoft.com/office/drawing/2014/main" id="{F3B7B21E-0316-A247-8CEE-8DE76EAD7C95}"/>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1FFA49D0-3C17-1747-A936-9501950BD561}"/>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12" name="Subtitle 2">
            <a:extLst>
              <a:ext uri="{FF2B5EF4-FFF2-40B4-BE49-F238E27FC236}">
                <a16:creationId xmlns:a16="http://schemas.microsoft.com/office/drawing/2014/main" id="{004542C0-6F92-F542-B358-53649EAA8761}"/>
              </a:ext>
            </a:extLst>
          </p:cNvPr>
          <p:cNvSpPr txBox="1">
            <a:spLocks/>
          </p:cNvSpPr>
          <p:nvPr userDrawn="1"/>
        </p:nvSpPr>
        <p:spPr>
          <a:xfrm>
            <a:off x="624051" y="5195340"/>
            <a:ext cx="10943897" cy="1253359"/>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Courier New" panose="02070309020205020404" pitchFamily="49" charset="0"/>
              <a:buNone/>
              <a:tabLst/>
              <a:defRPr sz="2800" b="1" i="0" kern="1200">
                <a:solidFill>
                  <a:schemeClr val="tx1"/>
                </a:solidFill>
                <a:latin typeface="Proxima Nova Semibold" panose="02000506030000020004" pitchFamily="2" charset="0"/>
                <a:ea typeface="+mn-ea"/>
                <a:cs typeface="+mn-cs"/>
              </a:defRPr>
            </a:lvl1pPr>
            <a:lvl2pPr marL="457200" indent="0" algn="ctr" defTabSz="914400" rtl="0" eaLnBrk="1" latinLnBrk="0" hangingPunct="1">
              <a:lnSpc>
                <a:spcPct val="90000"/>
              </a:lnSpc>
              <a:spcBef>
                <a:spcPts val="500"/>
              </a:spcBef>
              <a:buFont typeface="Courier New" panose="02070309020205020404" pitchFamily="49" charset="0"/>
              <a:buNone/>
              <a:tabLst/>
              <a:defRPr sz="2000" b="0" i="0" kern="1200">
                <a:solidFill>
                  <a:srgbClr val="525656"/>
                </a:solidFill>
                <a:latin typeface="Adelle Sans" panose="02000503000000020004" pitchFamily="2" charset="77"/>
                <a:ea typeface="+mn-ea"/>
                <a:cs typeface="+mn-cs"/>
              </a:defRPr>
            </a:lvl2pPr>
            <a:lvl3pPr marL="914400" indent="0" algn="ctr" defTabSz="914400" rtl="0" eaLnBrk="1" latinLnBrk="0" hangingPunct="1">
              <a:lnSpc>
                <a:spcPct val="90000"/>
              </a:lnSpc>
              <a:spcBef>
                <a:spcPts val="500"/>
              </a:spcBef>
              <a:buFont typeface="Courier New" panose="02070309020205020404" pitchFamily="49" charset="0"/>
              <a:buNone/>
              <a:tabLst/>
              <a:defRPr sz="1800" b="0" i="0" kern="1200">
                <a:solidFill>
                  <a:srgbClr val="525656"/>
                </a:solidFill>
                <a:latin typeface="Adelle Sans" panose="02000503000000020004" pitchFamily="2" charset="77"/>
                <a:ea typeface="+mn-ea"/>
                <a:cs typeface="+mn-cs"/>
              </a:defRPr>
            </a:lvl3pPr>
            <a:lvl4pPr marL="13716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4pPr>
            <a:lvl5pPr marL="18288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0" i="0">
                <a:solidFill>
                  <a:schemeClr val="bg1"/>
                </a:solidFill>
                <a:latin typeface="Adelle Sans" panose="02000503000000020004" pitchFamily="2" charset="77"/>
              </a:rPr>
              <a:t>Click to edit Master subtitle style</a:t>
            </a:r>
          </a:p>
        </p:txBody>
      </p:sp>
    </p:spTree>
    <p:extLst>
      <p:ext uri="{BB962C8B-B14F-4D97-AF65-F5344CB8AC3E}">
        <p14:creationId xmlns:p14="http://schemas.microsoft.com/office/powerpoint/2010/main" val="375425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951679-C038-3D4F-B9C6-BD4097A52467}"/>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2ECF62-AF5A-6A4B-8DAF-6576CE0FE947}"/>
              </a:ext>
            </a:extLst>
          </p:cNvPr>
          <p:cNvSpPr>
            <a:spLocks noGrp="1"/>
          </p:cNvSpPr>
          <p:nvPr>
            <p:ph idx="1"/>
          </p:nvPr>
        </p:nvSpPr>
        <p:spPr>
          <a:xfrm>
            <a:off x="507124" y="1161288"/>
            <a:ext cx="11175123" cy="4687891"/>
          </a:xfrm>
          <a:prstGeom prst="rect">
            <a:avLst/>
          </a:prstGeom>
        </p:spPr>
        <p:txBody>
          <a:bodyPr/>
          <a:lstStyle>
            <a:lvl1pPr>
              <a:defRPr b="0" i="0">
                <a:latin typeface="Adelle Sans" panose="02000503000000020004" pitchFamily="2" charset="77"/>
              </a:defRPr>
            </a:lvl1pPr>
            <a:lvl2pPr marL="685800" indent="-228600">
              <a:buFont typeface="Courier New" panose="02070309020205020404" pitchFamily="49" charset="0"/>
              <a:buChar char="o"/>
              <a:defRPr b="0" i="0">
                <a:solidFill>
                  <a:srgbClr val="525656"/>
                </a:solidFill>
                <a:latin typeface="Adelle Sans" panose="02000503000000020004" pitchFamily="2" charset="77"/>
              </a:defRPr>
            </a:lvl2pPr>
            <a:lvl3pPr marL="1143000" indent="-228600">
              <a:buFont typeface="Courier New" panose="02070309020205020404" pitchFamily="49" charset="0"/>
              <a:buChar char="o"/>
              <a:defRPr b="0" i="0">
                <a:solidFill>
                  <a:srgbClr val="525656"/>
                </a:solidFill>
                <a:latin typeface="Adelle Sans" panose="02000503000000020004" pitchFamily="2" charset="77"/>
              </a:defRPr>
            </a:lvl3pPr>
            <a:lvl4pPr marL="1600200" indent="-228600">
              <a:buFont typeface="Courier New" panose="02070309020205020404" pitchFamily="49" charset="0"/>
              <a:buChar char="o"/>
              <a:defRPr b="0" i="0">
                <a:solidFill>
                  <a:srgbClr val="525656"/>
                </a:solidFill>
                <a:latin typeface="Adelle Sans" panose="02000503000000020004" pitchFamily="2" charset="77"/>
              </a:defRPr>
            </a:lvl4pPr>
            <a:lvl5pPr marL="2057400" indent="-228600">
              <a:buFont typeface="Courier New" panose="02070309020205020404" pitchFamily="49" charset="0"/>
              <a:buChar char="o"/>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28B7FA2-906C-224F-91E8-737C56BAA8A6}"/>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pic>
        <p:nvPicPr>
          <p:cNvPr id="12" name="Picture 11">
            <a:extLst>
              <a:ext uri="{FF2B5EF4-FFF2-40B4-BE49-F238E27FC236}">
                <a16:creationId xmlns:a16="http://schemas.microsoft.com/office/drawing/2014/main" id="{4CCF5606-6DC5-4A43-91BA-969B5443296E}"/>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Rectangle 7">
            <a:extLst>
              <a:ext uri="{FF2B5EF4-FFF2-40B4-BE49-F238E27FC236}">
                <a16:creationId xmlns:a16="http://schemas.microsoft.com/office/drawing/2014/main" id="{C34C16D8-B479-BB46-AD7C-0AC4F5CEDC7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37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2ADA8A-EE40-8D42-B058-429F77AD6030}"/>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 name="Title 1">
            <a:extLst>
              <a:ext uri="{FF2B5EF4-FFF2-40B4-BE49-F238E27FC236}">
                <a16:creationId xmlns:a16="http://schemas.microsoft.com/office/drawing/2014/main" id="{0534CEAF-3B24-A242-A428-FB8B1A7D5F21}"/>
              </a:ext>
            </a:extLst>
          </p:cNvPr>
          <p:cNvSpPr>
            <a:spLocks noGrp="1"/>
          </p:cNvSpPr>
          <p:nvPr>
            <p:ph type="title"/>
          </p:nvPr>
        </p:nvSpPr>
        <p:spPr>
          <a:xfrm>
            <a:off x="831850" y="2648054"/>
            <a:ext cx="10515600" cy="1882337"/>
          </a:xfrm>
          <a:prstGeom prst="rect">
            <a:avLst/>
          </a:prstGeom>
          <a:ln>
            <a:noFill/>
          </a:ln>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DAB81C1E-F57C-FB49-8A8C-E5F2C60D08C6}"/>
              </a:ext>
            </a:extLst>
          </p:cNvPr>
          <p:cNvSpPr>
            <a:spLocks noGrp="1"/>
          </p:cNvSpPr>
          <p:nvPr>
            <p:ph type="body" idx="1"/>
          </p:nvPr>
        </p:nvSpPr>
        <p:spPr>
          <a:xfrm>
            <a:off x="831850" y="4814406"/>
            <a:ext cx="10515600" cy="959999"/>
          </a:xfrm>
          <a:prstGeom prst="rect">
            <a:avLst/>
          </a:prstGeom>
        </p:spPr>
        <p:txBody>
          <a:bodyPr/>
          <a:lstStyle>
            <a:lvl1pPr marL="0" indent="0" algn="ct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72B0757F-692F-4442-AC10-47BE80EC633F}"/>
              </a:ext>
            </a:extLst>
          </p:cNvPr>
          <p:cNvPicPr>
            <a:picLocks noChangeAspect="1"/>
          </p:cNvPicPr>
          <p:nvPr userDrawn="1"/>
        </p:nvPicPr>
        <p:blipFill rotWithShape="1">
          <a:blip r:embed="rId2"/>
          <a:srcRect t="18801" b="16721"/>
          <a:stretch/>
        </p:blipFill>
        <p:spPr>
          <a:xfrm>
            <a:off x="5496490" y="237942"/>
            <a:ext cx="1327643" cy="856044"/>
          </a:xfrm>
          <a:prstGeom prst="rect">
            <a:avLst/>
          </a:prstGeom>
        </p:spPr>
      </p:pic>
      <p:cxnSp>
        <p:nvCxnSpPr>
          <p:cNvPr id="10" name="Straight Connector 9">
            <a:extLst>
              <a:ext uri="{FF2B5EF4-FFF2-40B4-BE49-F238E27FC236}">
                <a16:creationId xmlns:a16="http://schemas.microsoft.com/office/drawing/2014/main" id="{C75C7F33-8A0F-C247-8673-DF3D12BB0E56}"/>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18283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6"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448A93EA-740D-534C-9F9A-851CAAFC6F58}"/>
              </a:ext>
            </a:extLst>
          </p:cNvPr>
          <p:cNvSpPr>
            <a:spLocks noGrp="1"/>
          </p:cNvSpPr>
          <p:nvPr>
            <p:ph sz="half" idx="13"/>
          </p:nvPr>
        </p:nvSpPr>
        <p:spPr>
          <a:xfrm>
            <a:off x="6327230"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3D2B1C16-A483-9045-B5B4-5312C63A98D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CDC1CD-60B7-3A48-9555-D2A53A2C6D9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F647ED5-144A-1F43-9397-C331DF9F50F5}"/>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366964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5" y="1161288"/>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F6293178-3B92-7843-ACDD-A6618DC287B8}"/>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1752F457-B5E3-8F47-95DD-D367B00BA38B}"/>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2" name="Rectangle 11">
            <a:extLst>
              <a:ext uri="{FF2B5EF4-FFF2-40B4-BE49-F238E27FC236}">
                <a16:creationId xmlns:a16="http://schemas.microsoft.com/office/drawing/2014/main" id="{B5FC8432-B0CC-124E-92A6-31C64477B9C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541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4903304" y="1161288"/>
            <a:ext cx="6763234" cy="2911642"/>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9B32B816-31A6-5D4A-A375-EC666A89A105}"/>
              </a:ext>
            </a:extLst>
          </p:cNvPr>
          <p:cNvPicPr>
            <a:picLocks noChangeAspect="1"/>
          </p:cNvPicPr>
          <p:nvPr userDrawn="1"/>
        </p:nvPicPr>
        <p:blipFill>
          <a:blip r:embed="rId2"/>
          <a:stretch>
            <a:fillRect/>
          </a:stretch>
        </p:blipFill>
        <p:spPr>
          <a:xfrm>
            <a:off x="961699" y="1161288"/>
            <a:ext cx="3549974" cy="4437468"/>
          </a:xfrm>
          <a:prstGeom prst="rect">
            <a:avLst/>
          </a:prstGeom>
        </p:spPr>
      </p:pic>
      <p:pic>
        <p:nvPicPr>
          <p:cNvPr id="7" name="Picture 6">
            <a:extLst>
              <a:ext uri="{FF2B5EF4-FFF2-40B4-BE49-F238E27FC236}">
                <a16:creationId xmlns:a16="http://schemas.microsoft.com/office/drawing/2014/main" id="{89126C43-57A2-E347-AD98-A4972DDFF024}"/>
              </a:ext>
            </a:extLst>
          </p:cNvPr>
          <p:cNvPicPr>
            <a:picLocks noChangeAspect="1"/>
          </p:cNvPicPr>
          <p:nvPr userDrawn="1"/>
        </p:nvPicPr>
        <p:blipFill rotWithShape="1">
          <a:blip r:embed="rId3"/>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9E068130-E2E2-5E46-8F8E-5AB9C589153C}"/>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76860F66-25E7-8E47-8582-F4D74F2E48F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3" name="Rectangle 12">
            <a:extLst>
              <a:ext uri="{FF2B5EF4-FFF2-40B4-BE49-F238E27FC236}">
                <a16:creationId xmlns:a16="http://schemas.microsoft.com/office/drawing/2014/main" id="{48FC791A-95B2-5E41-9A70-75AB9C875165}"/>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3718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5CA925-A192-0942-8DCB-09514A197750}"/>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88494-3E34-F041-B8E4-A88C3ED8C5F9}"/>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51CB6872-94EB-EB45-BDBF-F7D3974C9DE4}"/>
              </a:ext>
            </a:extLst>
          </p:cNvPr>
          <p:cNvSpPr>
            <a:spLocks noGrp="1"/>
          </p:cNvSpPr>
          <p:nvPr>
            <p:ph sz="half" idx="13"/>
          </p:nvPr>
        </p:nvSpPr>
        <p:spPr>
          <a:xfrm>
            <a:off x="6358758" y="2051473"/>
            <a:ext cx="5339256" cy="3684588"/>
          </a:xfrm>
          <a:prstGeom prst="rect">
            <a:avLst/>
          </a:prstGeom>
        </p:spPr>
        <p:txBody>
          <a:bodyPr/>
          <a:lstStyle>
            <a:lvl1pPr>
              <a:defRPr b="0" i="0">
                <a:latin typeface="Adelle Sans" panose="02000503000000020004" pitchFamily="2" charset="77"/>
              </a:defRPr>
            </a:lvl1pPr>
            <a:lvl2pPr>
              <a:defRPr b="0" i="0">
                <a:solidFill>
                  <a:srgbClr val="525656"/>
                </a:solidFill>
                <a:latin typeface="Adelle Sans" panose="02000503000000020004" pitchFamily="2" charset="77"/>
              </a:defRPr>
            </a:lvl2pPr>
            <a:lvl3pPr>
              <a:defRPr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4DDE1C7E-4CC2-C942-8FC1-BE8CDAB37DB2}"/>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17" name="Text Placeholder 2">
            <a:extLst>
              <a:ext uri="{FF2B5EF4-FFF2-40B4-BE49-F238E27FC236}">
                <a16:creationId xmlns:a16="http://schemas.microsoft.com/office/drawing/2014/main" id="{3E3E685A-2A2D-6D4B-90D0-C351A9D72C70}"/>
              </a:ext>
            </a:extLst>
          </p:cNvPr>
          <p:cNvSpPr>
            <a:spLocks noGrp="1"/>
          </p:cNvSpPr>
          <p:nvPr>
            <p:ph type="body" idx="14"/>
          </p:nvPr>
        </p:nvSpPr>
        <p:spPr>
          <a:xfrm>
            <a:off x="6358758"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Rectangle 10">
            <a:extLst>
              <a:ext uri="{FF2B5EF4-FFF2-40B4-BE49-F238E27FC236}">
                <a16:creationId xmlns:a16="http://schemas.microsoft.com/office/drawing/2014/main" id="{1DAAE57A-FE05-9C4D-864E-23C54D16BF2F}"/>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A55EC85A-83D7-754F-92C5-D85306B21964}"/>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4" name="Rectangle 13">
            <a:extLst>
              <a:ext uri="{FF2B5EF4-FFF2-40B4-BE49-F238E27FC236}">
                <a16:creationId xmlns:a16="http://schemas.microsoft.com/office/drawing/2014/main" id="{2E895DC7-61FB-464B-A0D1-046B8C0906C9}"/>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392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1FF22C-90B2-C248-AC4E-B2382376A131}"/>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15" name="Picture 14">
            <a:extLst>
              <a:ext uri="{FF2B5EF4-FFF2-40B4-BE49-F238E27FC236}">
                <a16:creationId xmlns:a16="http://schemas.microsoft.com/office/drawing/2014/main" id="{4870C5A3-B0F2-B343-A1A8-822AF0AFBF36}"/>
              </a:ext>
            </a:extLst>
          </p:cNvPr>
          <p:cNvPicPr>
            <a:picLocks noChangeAspect="1"/>
          </p:cNvPicPr>
          <p:nvPr userDrawn="1"/>
        </p:nvPicPr>
        <p:blipFill>
          <a:blip r:embed="rId3"/>
          <a:stretch>
            <a:fillRect/>
          </a:stretch>
        </p:blipFill>
        <p:spPr>
          <a:xfrm>
            <a:off x="6334540" y="1530094"/>
            <a:ext cx="5501262" cy="1943146"/>
          </a:xfrm>
          <a:prstGeom prst="rect">
            <a:avLst/>
          </a:prstGeom>
        </p:spPr>
      </p:pic>
      <p:sp>
        <p:nvSpPr>
          <p:cNvPr id="11" name="Rectangle 10">
            <a:extLst>
              <a:ext uri="{FF2B5EF4-FFF2-40B4-BE49-F238E27FC236}">
                <a16:creationId xmlns:a16="http://schemas.microsoft.com/office/drawing/2014/main" id="{537D7183-C54B-2B4D-B36F-3DFB8F31E7F4}"/>
              </a:ext>
            </a:extLst>
          </p:cNvPr>
          <p:cNvSpPr/>
          <p:nvPr userDrawn="1"/>
        </p:nvSpPr>
        <p:spPr>
          <a:xfrm>
            <a:off x="73152" y="7315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A31B2F-9578-7B4B-A18A-143A08D2528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87395722-9303-174D-ADA2-E8CEB2DD285E}"/>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AC5BA04E-B66F-8A48-943B-662CC114090B}"/>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5D8779A3-A4DE-484C-BE3C-DB7ADCD25B3F}"/>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1582437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5BD484-3EA0-2E4E-A60B-8C347D911C8D}"/>
              </a:ext>
            </a:extLst>
          </p:cNvPr>
          <p:cNvSpPr/>
          <p:nvPr/>
        </p:nvSpPr>
        <p:spPr>
          <a:xfrm>
            <a:off x="73152" y="73152"/>
            <a:ext cx="12037568" cy="6713728"/>
          </a:xfrm>
          <a:prstGeom prst="rect">
            <a:avLst/>
          </a:prstGeom>
          <a:solidFill>
            <a:srgbClr val="151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noFill/>
              </a:rPr>
              <a:t>     </a:t>
            </a:r>
          </a:p>
        </p:txBody>
      </p:sp>
      <p:sp>
        <p:nvSpPr>
          <p:cNvPr id="7" name="Content Placeholder 2">
            <a:extLst>
              <a:ext uri="{FF2B5EF4-FFF2-40B4-BE49-F238E27FC236}">
                <a16:creationId xmlns:a16="http://schemas.microsoft.com/office/drawing/2014/main" id="{9795B372-A8BB-B64B-AD18-74876C5FBE69}"/>
              </a:ext>
            </a:extLst>
          </p:cNvPr>
          <p:cNvSpPr>
            <a:spLocks noGrp="1"/>
          </p:cNvSpPr>
          <p:nvPr>
            <p:ph idx="1"/>
          </p:nvPr>
        </p:nvSpPr>
        <p:spPr>
          <a:xfrm>
            <a:off x="507124" y="1161288"/>
            <a:ext cx="10943431"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28D42F22-D84C-BA44-A88C-5F7DF96918F8}"/>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Title 1">
            <a:extLst>
              <a:ext uri="{FF2B5EF4-FFF2-40B4-BE49-F238E27FC236}">
                <a16:creationId xmlns:a16="http://schemas.microsoft.com/office/drawing/2014/main" id="{F1B5676D-862E-0E47-9C05-7682B86B57E3}"/>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02247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F04465-AABC-3A4F-8FC9-8995FEDCDC6F}"/>
              </a:ext>
            </a:extLst>
          </p:cNvPr>
          <p:cNvSpPr/>
          <p:nvPr/>
        </p:nvSpPr>
        <p:spPr>
          <a:xfrm>
            <a:off x="76200" y="76202"/>
            <a:ext cx="8839200" cy="6674095"/>
          </a:xfrm>
          <a:prstGeom prst="rect">
            <a:avLst/>
          </a:prstGeom>
          <a:solidFill>
            <a:srgbClr val="15194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1EFD6FA-B95F-4B4E-B8E9-6AA2FC82158D}"/>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3" name="Picture 2">
            <a:extLst>
              <a:ext uri="{FF2B5EF4-FFF2-40B4-BE49-F238E27FC236}">
                <a16:creationId xmlns:a16="http://schemas.microsoft.com/office/drawing/2014/main" id="{FAE481BF-4009-2943-A1EB-415987851989}"/>
              </a:ext>
            </a:extLst>
          </p:cNvPr>
          <p:cNvPicPr>
            <a:picLocks noChangeAspect="1"/>
          </p:cNvPicPr>
          <p:nvPr userDrawn="1"/>
        </p:nvPicPr>
        <p:blipFill>
          <a:blip r:embed="rId3"/>
          <a:stretch>
            <a:fillRect/>
          </a:stretch>
        </p:blipFill>
        <p:spPr>
          <a:xfrm>
            <a:off x="8763000" y="0"/>
            <a:ext cx="3429000" cy="6858000"/>
          </a:xfrm>
          <a:prstGeom prst="rect">
            <a:avLst/>
          </a:prstGeom>
        </p:spPr>
      </p:pic>
      <p:sp>
        <p:nvSpPr>
          <p:cNvPr id="7" name="Content Placeholder 2">
            <a:extLst>
              <a:ext uri="{FF2B5EF4-FFF2-40B4-BE49-F238E27FC236}">
                <a16:creationId xmlns:a16="http://schemas.microsoft.com/office/drawing/2014/main" id="{8C2C405E-EB31-5040-A5D4-B62FD78591E1}"/>
              </a:ext>
            </a:extLst>
          </p:cNvPr>
          <p:cNvSpPr>
            <a:spLocks noGrp="1"/>
          </p:cNvSpPr>
          <p:nvPr>
            <p:ph idx="1"/>
          </p:nvPr>
        </p:nvSpPr>
        <p:spPr>
          <a:xfrm>
            <a:off x="507125" y="1161288"/>
            <a:ext cx="7668688"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9E52FE2-18BD-AE42-8568-24AFE8F2EC8F}"/>
              </a:ext>
            </a:extLst>
          </p:cNvPr>
          <p:cNvSpPr>
            <a:spLocks noGrp="1"/>
          </p:cNvSpPr>
          <p:nvPr>
            <p:ph type="title"/>
          </p:nvPr>
        </p:nvSpPr>
        <p:spPr>
          <a:xfrm>
            <a:off x="507124" y="-18288"/>
            <a:ext cx="7668689"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132221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HORT Bullets and Imag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6" name="Picture 5">
            <a:extLst>
              <a:ext uri="{FF2B5EF4-FFF2-40B4-BE49-F238E27FC236}">
                <a16:creationId xmlns:a16="http://schemas.microsoft.com/office/drawing/2014/main" id="{0FBEC28D-04BA-104A-BA4B-BC3FEFA7E2D7}"/>
              </a:ext>
            </a:extLst>
          </p:cNvPr>
          <p:cNvPicPr>
            <a:picLocks noChangeAspect="1"/>
          </p:cNvPicPr>
          <p:nvPr userDrawn="1"/>
        </p:nvPicPr>
        <p:blipFill>
          <a:blip r:embed="rId3"/>
          <a:stretch>
            <a:fillRect/>
          </a:stretch>
        </p:blipFill>
        <p:spPr>
          <a:xfrm>
            <a:off x="6374771" y="1124903"/>
            <a:ext cx="4576693" cy="4576693"/>
          </a:xfrm>
          <a:prstGeom prst="rect">
            <a:avLst/>
          </a:prstGeom>
        </p:spPr>
      </p:pic>
      <p:sp>
        <p:nvSpPr>
          <p:cNvPr id="7" name="Content Placeholder 3">
            <a:extLst>
              <a:ext uri="{FF2B5EF4-FFF2-40B4-BE49-F238E27FC236}">
                <a16:creationId xmlns:a16="http://schemas.microsoft.com/office/drawing/2014/main" id="{2C8D256E-5B00-D64D-A0EC-80D6BD5541DA}"/>
              </a:ext>
            </a:extLst>
          </p:cNvPr>
          <p:cNvSpPr>
            <a:spLocks noGrp="1"/>
          </p:cNvSpPr>
          <p:nvPr>
            <p:ph sz="half" idx="2"/>
          </p:nvPr>
        </p:nvSpPr>
        <p:spPr>
          <a:xfrm>
            <a:off x="525463" y="1161288"/>
            <a:ext cx="4826825" cy="3834805"/>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CB7573F1-14B9-C145-93E8-D66D31701A10}"/>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40DA479-972A-AC44-8FF3-6E03BA01F7CA}"/>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6" name="Rectangle 15">
            <a:extLst>
              <a:ext uri="{FF2B5EF4-FFF2-40B4-BE49-F238E27FC236}">
                <a16:creationId xmlns:a16="http://schemas.microsoft.com/office/drawing/2014/main" id="{95658B93-7979-CF45-802B-A99C6576E858}"/>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38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Line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1"/>
            <a:ext cx="12039600" cy="12283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F82F6E4A-1F7B-5B40-9689-E5E7AB056842}"/>
              </a:ext>
            </a:extLst>
          </p:cNvPr>
          <p:cNvSpPr>
            <a:spLocks noGrp="1"/>
          </p:cNvSpPr>
          <p:nvPr>
            <p:ph sz="half" idx="1"/>
          </p:nvPr>
        </p:nvSpPr>
        <p:spPr>
          <a:xfrm>
            <a:off x="525515" y="1463040"/>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426AB305-7FA0-2C41-ADCF-834278ABE42F}"/>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278848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with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A705E69-3D25-EF43-9B57-0C3AC1F5FCD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5061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Alternat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F96A518-3E71-3F41-B51D-F3F8D63F1B0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129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 Bar Title with Content">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4" name="Title Placeholder 1">
            <a:extLst>
              <a:ext uri="{FF2B5EF4-FFF2-40B4-BE49-F238E27FC236}">
                <a16:creationId xmlns:a16="http://schemas.microsoft.com/office/drawing/2014/main" id="{CABD4948-F528-774E-A210-25D1BE40C1F5}"/>
              </a:ext>
            </a:extLst>
          </p:cNvPr>
          <p:cNvSpPr>
            <a:spLocks noGrp="1"/>
          </p:cNvSpPr>
          <p:nvPr>
            <p:ph type="title"/>
          </p:nvPr>
        </p:nvSpPr>
        <p:spPr>
          <a:xfrm>
            <a:off x="618474" y="261082"/>
            <a:ext cx="10515600" cy="798350"/>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2">
            <a:extLst>
              <a:ext uri="{FF2B5EF4-FFF2-40B4-BE49-F238E27FC236}">
                <a16:creationId xmlns:a16="http://schemas.microsoft.com/office/drawing/2014/main" id="{DB2080D5-BCF5-0642-B066-3A2589E22EDC}"/>
              </a:ext>
            </a:extLst>
          </p:cNvPr>
          <p:cNvSpPr>
            <a:spLocks noGrp="1"/>
          </p:cNvSpPr>
          <p:nvPr>
            <p:ph idx="1"/>
          </p:nvPr>
        </p:nvSpPr>
        <p:spPr>
          <a:xfrm>
            <a:off x="618474" y="1359698"/>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DD70B3E-6C46-734E-BC63-4349922825C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05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D46A-D5FE-DB4E-9784-A54A02D89FD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379968-F075-E745-9452-7E0CAAC6C2C1}"/>
              </a:ext>
            </a:extLst>
          </p:cNvPr>
          <p:cNvSpPr>
            <a:spLocks noGrp="1"/>
          </p:cNvSpPr>
          <p:nvPr>
            <p:ph type="body" orient="vert" idx="1"/>
          </p:nvPr>
        </p:nvSpPr>
        <p:spPr>
          <a:xfrm>
            <a:off x="838200" y="1825625"/>
            <a:ext cx="10515600" cy="4149506"/>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2380-0A23-D140-9B2B-5F141AB5F0B7}"/>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9/25/2020</a:t>
            </a:fld>
            <a:endParaRPr lang="en-US"/>
          </a:p>
        </p:txBody>
      </p:sp>
      <p:sp>
        <p:nvSpPr>
          <p:cNvPr id="5" name="Footer Placeholder 4">
            <a:extLst>
              <a:ext uri="{FF2B5EF4-FFF2-40B4-BE49-F238E27FC236}">
                <a16:creationId xmlns:a16="http://schemas.microsoft.com/office/drawing/2014/main" id="{126425EA-EF92-714F-B7AD-0B245EA428F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927246F-5803-9542-865F-75DB94630BBD}"/>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2101491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31B4E-687D-2C4C-B95D-A513660DA41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3EFC86-AA65-C840-9828-EBFF405DC63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5563C-0652-F94A-A10D-3A82E9DDB972}"/>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9/25/2020</a:t>
            </a:fld>
            <a:endParaRPr lang="en-US"/>
          </a:p>
        </p:txBody>
      </p:sp>
      <p:sp>
        <p:nvSpPr>
          <p:cNvPr id="5" name="Footer Placeholder 4">
            <a:extLst>
              <a:ext uri="{FF2B5EF4-FFF2-40B4-BE49-F238E27FC236}">
                <a16:creationId xmlns:a16="http://schemas.microsoft.com/office/drawing/2014/main" id="{F440E9DA-0CA4-8A46-9B6A-E0873DE652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2926DA-2D9C-9848-8B94-21D740CEC617}"/>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1499088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
        <p:nvSpPr>
          <p:cNvPr id="5" name="Title Placeholder 1"/>
          <p:cNvSpPr>
            <a:spLocks noGrp="1"/>
          </p:cNvSpPr>
          <p:nvPr>
            <p:ph type="title"/>
          </p:nvPr>
        </p:nvSpPr>
        <p:spPr>
          <a:xfrm>
            <a:off x="185057" y="45816"/>
            <a:ext cx="10515600" cy="1325563"/>
          </a:xfrm>
          <a:prstGeom prst="rect">
            <a:avLst/>
          </a:prstGeom>
        </p:spPr>
        <p:txBody>
          <a:bodyPr vert="horz" lIns="91440" tIns="45720" rIns="91440" bIns="45720" rtlCol="0" anchor="ctr">
            <a:normAutofit/>
          </a:bodyPr>
          <a:lstStyle>
            <a:lvl1pPr>
              <a:defRPr b="1" i="0">
                <a:solidFill>
                  <a:schemeClr val="accent1"/>
                </a:solidFill>
                <a:latin typeface="Proxima Nova Semibold" panose="02000506030000020004" pitchFamily="50" charset="0"/>
                <a:ea typeface="Proxima Nova Semibold" panose="02000506030000020004" pitchFamily="50" charset="0"/>
                <a:cs typeface="Proxima Nova Semibold" panose="02000506030000020004" pitchFamily="50" charset="0"/>
              </a:defRPr>
            </a:lvl1pPr>
          </a:lstStyle>
          <a:p>
            <a:r>
              <a:rPr lang="en-US"/>
              <a:t>Click to edit Master title style</a:t>
            </a:r>
          </a:p>
        </p:txBody>
      </p:sp>
      <p:cxnSp>
        <p:nvCxnSpPr>
          <p:cNvPr id="7" name="Straight Connector 6"/>
          <p:cNvCxnSpPr/>
          <p:nvPr userDrawn="1"/>
        </p:nvCxnSpPr>
        <p:spPr>
          <a:xfrm flipH="1">
            <a:off x="1" y="1253823"/>
            <a:ext cx="5900056" cy="0"/>
          </a:xfrm>
          <a:prstGeom prst="line">
            <a:avLst/>
          </a:prstGeom>
          <a:ln w="190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F43B3D3-40A8-3046-B6AB-B81608DE9A5C}"/>
              </a:ext>
            </a:extLst>
          </p:cNvPr>
          <p:cNvCxnSpPr/>
          <p:nvPr userDrawn="1"/>
        </p:nvCxnSpPr>
        <p:spPr>
          <a:xfrm>
            <a:off x="3466640" y="6632154"/>
            <a:ext cx="8725360" cy="0"/>
          </a:xfrm>
          <a:prstGeom prst="line">
            <a:avLst/>
          </a:prstGeom>
          <a:ln w="25400">
            <a:solidFill>
              <a:srgbClr val="FF672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D94AF16-4C7A-0B4E-9E9B-4552F153A2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9535" y="5350042"/>
            <a:ext cx="1515544" cy="1507958"/>
          </a:xfrm>
          <a:prstGeom prst="rect">
            <a:avLst/>
          </a:prstGeom>
        </p:spPr>
      </p:pic>
      <p:pic>
        <p:nvPicPr>
          <p:cNvPr id="10" name="Picture 9">
            <a:extLst>
              <a:ext uri="{FF2B5EF4-FFF2-40B4-BE49-F238E27FC236}">
                <a16:creationId xmlns:a16="http://schemas.microsoft.com/office/drawing/2014/main" id="{52F31C6A-B9BE-7B40-BC2A-95807FB6F9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040" y="6211178"/>
            <a:ext cx="2013203" cy="619619"/>
          </a:xfrm>
          <a:prstGeom prst="rect">
            <a:avLst/>
          </a:prstGeom>
        </p:spPr>
      </p:pic>
    </p:spTree>
    <p:extLst>
      <p:ext uri="{BB962C8B-B14F-4D97-AF65-F5344CB8AC3E}">
        <p14:creationId xmlns:p14="http://schemas.microsoft.com/office/powerpoint/2010/main" val="1410087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Tree>
    <p:extLst>
      <p:ext uri="{BB962C8B-B14F-4D97-AF65-F5344CB8AC3E}">
        <p14:creationId xmlns:p14="http://schemas.microsoft.com/office/powerpoint/2010/main" val="3984712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FF93D5-62F0-5145-AB64-7AC90B60F8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1F652F-5C50-294A-A9ED-638E2DAF4A43}"/>
              </a:ext>
            </a:extLst>
          </p:cNvPr>
          <p:cNvSpPr>
            <a:spLocks noGrp="1"/>
          </p:cNvSpPr>
          <p:nvPr>
            <p:ph type="body" idx="1"/>
          </p:nvPr>
        </p:nvSpPr>
        <p:spPr>
          <a:xfrm>
            <a:off x="838200" y="1825625"/>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63796E1-F957-0F48-8AD0-8F8E3D0E5940}"/>
              </a:ext>
            </a:extLst>
          </p:cNvPr>
          <p:cNvPicPr>
            <a:picLocks noChangeAspect="1"/>
          </p:cNvPicPr>
          <p:nvPr userDrawn="1"/>
        </p:nvPicPr>
        <p:blipFill rotWithShape="1">
          <a:blip r:embed="rId22"/>
          <a:srcRect r="66281" b="-1742"/>
          <a:stretch/>
        </p:blipFill>
        <p:spPr>
          <a:xfrm>
            <a:off x="275249" y="5904491"/>
            <a:ext cx="686450" cy="732790"/>
          </a:xfrm>
          <a:prstGeom prst="rect">
            <a:avLst/>
          </a:prstGeom>
        </p:spPr>
      </p:pic>
    </p:spTree>
    <p:extLst>
      <p:ext uri="{BB962C8B-B14F-4D97-AF65-F5344CB8AC3E}">
        <p14:creationId xmlns:p14="http://schemas.microsoft.com/office/powerpoint/2010/main" val="1088567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latinLnBrk="0" hangingPunct="1">
        <a:lnSpc>
          <a:spcPct val="90000"/>
        </a:lnSpc>
        <a:spcBef>
          <a:spcPct val="0"/>
        </a:spcBef>
        <a:buNone/>
        <a:defRPr sz="3200" b="1" i="0" kern="1200">
          <a:solidFill>
            <a:schemeClr val="tx1"/>
          </a:solidFill>
          <a:latin typeface="Proxima Nova" panose="02000506030000020004" pitchFamily="2" charset="0"/>
          <a:ea typeface="+mj-ea"/>
          <a:cs typeface="+mj-cs"/>
        </a:defRPr>
      </a:lvl1pPr>
    </p:titleStyle>
    <p:bodyStyle>
      <a:lvl1pPr marL="344488" indent="-344488" algn="l" defTabSz="914400" rtl="0" eaLnBrk="1" latinLnBrk="0" hangingPunct="1">
        <a:lnSpc>
          <a:spcPct val="90000"/>
        </a:lnSpc>
        <a:spcBef>
          <a:spcPts val="1000"/>
        </a:spcBef>
        <a:buFont typeface="Courier New" panose="02070309020205020404" pitchFamily="49" charset="0"/>
        <a:buChar char="o"/>
        <a:tabLst/>
        <a:defRPr sz="2000" b="0" i="0" kern="1200">
          <a:solidFill>
            <a:srgbClr val="525656"/>
          </a:solidFill>
          <a:latin typeface="Adelle Sans" panose="02000503000000020004" pitchFamily="2" charset="77"/>
          <a:ea typeface="+mn-ea"/>
          <a:cs typeface="+mn-cs"/>
        </a:defRPr>
      </a:lvl1pPr>
      <a:lvl2pPr marL="750888" indent="-293688" algn="l" defTabSz="914400" rtl="0" eaLnBrk="1" latinLnBrk="0" hangingPunct="1">
        <a:lnSpc>
          <a:spcPct val="90000"/>
        </a:lnSpc>
        <a:spcBef>
          <a:spcPts val="500"/>
        </a:spcBef>
        <a:buFont typeface="Courier New" panose="02070309020205020404" pitchFamily="49" charset="0"/>
        <a:buChar char="o"/>
        <a:tabLst/>
        <a:defRPr sz="1800" b="0" i="0" kern="1200">
          <a:solidFill>
            <a:srgbClr val="525656"/>
          </a:solidFill>
          <a:latin typeface="Adelle Sans" panose="02000503000000020004" pitchFamily="2" charset="77"/>
          <a:ea typeface="+mn-ea"/>
          <a:cs typeface="+mn-cs"/>
        </a:defRPr>
      </a:lvl2pPr>
      <a:lvl3pPr marL="1208088" indent="-293688" algn="l" defTabSz="914400" rtl="0" eaLnBrk="1" latinLnBrk="0" hangingPunct="1">
        <a:lnSpc>
          <a:spcPct val="90000"/>
        </a:lnSpc>
        <a:spcBef>
          <a:spcPts val="500"/>
        </a:spcBef>
        <a:buFont typeface="Courier New" panose="02070309020205020404" pitchFamily="49" charset="0"/>
        <a:buChar char="o"/>
        <a:tabLst/>
        <a:defRPr sz="1600" b="0" i="0" kern="1200">
          <a:solidFill>
            <a:srgbClr val="525656"/>
          </a:solidFill>
          <a:latin typeface="Adelle Sans" panose="02000503000000020004" pitchFamily="2" charset="77"/>
          <a:ea typeface="+mn-ea"/>
          <a:cs typeface="+mn-cs"/>
        </a:defRPr>
      </a:lvl3pPr>
      <a:lvl4pPr marL="1604963" indent="-233363" algn="l" defTabSz="914400" rtl="0" eaLnBrk="1" latinLnBrk="0" hangingPunct="1">
        <a:lnSpc>
          <a:spcPct val="90000"/>
        </a:lnSpc>
        <a:spcBef>
          <a:spcPts val="500"/>
        </a:spcBef>
        <a:buFont typeface="Courier New" panose="02070309020205020404" pitchFamily="49" charset="0"/>
        <a:buChar char="o"/>
        <a:tabLst/>
        <a:defRPr sz="1400" b="0" i="0" kern="1200">
          <a:solidFill>
            <a:srgbClr val="525656"/>
          </a:solidFill>
          <a:latin typeface="Adelle Sans" panose="02000503000000020004" pitchFamily="2" charset="77"/>
          <a:ea typeface="+mn-ea"/>
          <a:cs typeface="+mn-cs"/>
        </a:defRPr>
      </a:lvl4pPr>
      <a:lvl5pPr marL="2062163" indent="-233363" algn="l" defTabSz="914400" rtl="0" eaLnBrk="1" latinLnBrk="0" hangingPunct="1">
        <a:lnSpc>
          <a:spcPct val="90000"/>
        </a:lnSpc>
        <a:spcBef>
          <a:spcPts val="500"/>
        </a:spcBef>
        <a:buFont typeface="Courier New" panose="02070309020205020404" pitchFamily="49" charset="0"/>
        <a:buChar char="o"/>
        <a:tabLst/>
        <a:defRPr sz="1200" b="0" i="0" kern="1200">
          <a:solidFill>
            <a:srgbClr val="525656"/>
          </a:solidFill>
          <a:latin typeface="Adelle Sans" panose="02000503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24">
          <p15:clr>
            <a:srgbClr val="F26B43"/>
          </p15:clr>
        </p15:guide>
        <p15:guide id="2" orient="horz" pos="28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77500" lnSpcReduction="20000"/>
          </a:bodyPr>
          <a:lstStyle/>
          <a:p>
            <a:pPr marL="0" indent="0">
              <a:buNone/>
            </a:pPr>
            <a:r>
              <a:rPr lang="en-US" sz="3400" b="1" dirty="0"/>
              <a:t>A1 – Injection:</a:t>
            </a:r>
            <a:r>
              <a:rPr lang="en-US" sz="3400" dirty="0"/>
              <a:t> </a:t>
            </a:r>
          </a:p>
          <a:p>
            <a:pPr marL="0" indent="0">
              <a:buNone/>
            </a:pPr>
            <a:r>
              <a:rPr lang="en-US" sz="3400" dirty="0"/>
              <a:t>SQL, command injection, and LDAP injection occur when attackers send untrusted data to an interpreter as part of a command or query. </a:t>
            </a:r>
          </a:p>
          <a:p>
            <a:endParaRPr lang="en-US" sz="3400" dirty="0"/>
          </a:p>
          <a:p>
            <a:pPr marL="0" indent="0">
              <a:buNone/>
            </a:pPr>
            <a:r>
              <a:rPr lang="en-US" sz="3400" dirty="0"/>
              <a:t>For example, the following SQL statement: </a:t>
            </a:r>
          </a:p>
          <a:p>
            <a:endParaRPr lang="en-US" sz="3400" dirty="0"/>
          </a:p>
          <a:p>
            <a:pPr marL="0" indent="0">
              <a:buNone/>
            </a:pPr>
            <a:r>
              <a:rPr lang="en-US" sz="3400" dirty="0"/>
              <a:t>	SELECT * FROM </a:t>
            </a:r>
            <a:r>
              <a:rPr lang="en-US" sz="3400" dirty="0" err="1"/>
              <a:t>tablename</a:t>
            </a:r>
            <a:r>
              <a:rPr lang="en-US" sz="3400" dirty="0"/>
              <a:t> WHERE </a:t>
            </a:r>
            <a:r>
              <a:rPr lang="en-US" sz="3400" dirty="0" err="1"/>
              <a:t>UserID</a:t>
            </a:r>
            <a:r>
              <a:rPr lang="en-US" sz="3400" dirty="0"/>
              <a:t>= 2497 </a:t>
            </a:r>
          </a:p>
          <a:p>
            <a:endParaRPr lang="en-US" sz="3400" dirty="0"/>
          </a:p>
          <a:p>
            <a:pPr marL="0" indent="0">
              <a:buNone/>
            </a:pPr>
            <a:r>
              <a:rPr lang="en-US" sz="3400" dirty="0"/>
              <a:t>becomes the following with a simple SQL injection attack: </a:t>
            </a:r>
          </a:p>
          <a:p>
            <a:endParaRPr lang="en-US" sz="3400" dirty="0"/>
          </a:p>
          <a:p>
            <a:pPr marL="0" indent="0">
              <a:buNone/>
            </a:pPr>
            <a:r>
              <a:rPr lang="en-US" sz="3400" dirty="0"/>
              <a:t>	SELECT * FROM </a:t>
            </a:r>
            <a:r>
              <a:rPr lang="en-US" sz="3400" dirty="0" err="1"/>
              <a:t>tablename</a:t>
            </a:r>
            <a:r>
              <a:rPr lang="en-US" sz="3400" dirty="0"/>
              <a:t> WHERE </a:t>
            </a:r>
            <a:r>
              <a:rPr lang="en-US" sz="3400" dirty="0" err="1"/>
              <a:t>UserID</a:t>
            </a:r>
            <a:r>
              <a:rPr lang="en-US" sz="3400" dirty="0"/>
              <a:t>= 2497 OR 1=1</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42147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 calcmode="lin" valueType="num">
                                      <p:cBhvr additive="base">
                                        <p:cTn id="1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 calcmode="lin" valueType="num">
                                      <p:cBhvr additive="base">
                                        <p:cTn id="1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 calcmode="lin" valueType="num">
                                      <p:cBhvr additive="base">
                                        <p:cTn id="1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anim calcmode="lin" valueType="num">
                                      <p:cBhvr additive="base">
                                        <p:cTn id="2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pPr marL="0" indent="0">
              <a:buNone/>
            </a:pPr>
            <a:r>
              <a:rPr lang="en-US" sz="3400" b="1" dirty="0"/>
              <a:t>A2 – Broken Authentication:</a:t>
            </a:r>
            <a:r>
              <a:rPr lang="en-US" sz="3400" dirty="0"/>
              <a:t> </a:t>
            </a:r>
          </a:p>
          <a:p>
            <a:pPr marL="0" indent="0">
              <a:buNone/>
            </a:pPr>
            <a:r>
              <a:rPr lang="en-US" sz="3400" dirty="0"/>
              <a:t>Application functions related to authentication and session management are often implemented incorrectly, allowing attackers to compromise passwords, keys, or session tokens or to exploit other implementation flaws to assume other users’ identities (temporarily or permanently).</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195153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lnSpcReduction="10000"/>
          </a:bodyPr>
          <a:lstStyle/>
          <a:p>
            <a:pPr marL="0" indent="0">
              <a:buNone/>
            </a:pPr>
            <a:r>
              <a:rPr lang="en-US" sz="3400" b="1" dirty="0"/>
              <a:t>A3 – Sensitive Data Exposure: </a:t>
            </a:r>
          </a:p>
          <a:p>
            <a:pPr marL="0" indent="0">
              <a:buNone/>
            </a:pPr>
            <a:r>
              <a:rPr lang="en-US" sz="3400" dirty="0"/>
              <a:t>Many web applications and APIs do not properly protect sensitive data. </a:t>
            </a:r>
          </a:p>
          <a:p>
            <a:pPr marL="0" indent="0">
              <a:buNone/>
            </a:pPr>
            <a:r>
              <a:rPr lang="en-US" sz="3400" dirty="0"/>
              <a:t>Attackers may steal or modify such weakly protected data to conduct credit card fraud, identity theft, or other crimes. </a:t>
            </a:r>
          </a:p>
          <a:p>
            <a:pPr marL="0" indent="0">
              <a:buNone/>
            </a:pPr>
            <a:r>
              <a:rPr lang="en-US" sz="3400" dirty="0"/>
              <a:t>Sensitive data deserves extra protection such as encryption at rest or in transit, as well as special precautions when exchanged with the browser.</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6890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lnSpcReduction="10000"/>
          </a:bodyPr>
          <a:lstStyle/>
          <a:p>
            <a:pPr marL="0" indent="0">
              <a:buNone/>
            </a:pPr>
            <a:r>
              <a:rPr lang="en-US" sz="3400" b="1" dirty="0"/>
              <a:t>A4 – XML External Entity (XXE):</a:t>
            </a:r>
            <a:r>
              <a:rPr lang="en-US" sz="3400" dirty="0"/>
              <a:t> </a:t>
            </a:r>
          </a:p>
          <a:p>
            <a:pPr marL="0" indent="0">
              <a:buNone/>
            </a:pPr>
            <a:r>
              <a:rPr lang="en-US" sz="3400" dirty="0"/>
              <a:t>Many older or poorly configured XML processors evaluate external entity references within XML documents. </a:t>
            </a:r>
          </a:p>
          <a:p>
            <a:pPr marL="0" indent="0">
              <a:buNone/>
            </a:pPr>
            <a:r>
              <a:rPr lang="en-US" sz="3400" dirty="0"/>
              <a:t>Attackers can use external entities to disclose internal files using the file URI handler, internal SMB file shares on unpatched Windows servers, internal port scanning, remote code execution, and denial of service attacks.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258492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pPr marL="0" indent="0">
              <a:buNone/>
            </a:pPr>
            <a:r>
              <a:rPr lang="en-US" sz="3400" b="1" dirty="0"/>
              <a:t>A5 – Broken Access Control: </a:t>
            </a:r>
          </a:p>
          <a:p>
            <a:pPr marL="0" indent="0">
              <a:buNone/>
            </a:pPr>
            <a:r>
              <a:rPr lang="en-US" sz="3400" dirty="0"/>
              <a:t>Restrictions on what authenticated users are allowed to do are not properly enforced. </a:t>
            </a:r>
          </a:p>
          <a:p>
            <a:pPr marL="0" indent="0">
              <a:buNone/>
            </a:pPr>
            <a:r>
              <a:rPr lang="en-US" sz="3400" dirty="0"/>
              <a:t>Attackers can exploit these flaws to access unauthorized functionality and/or data, such as access other users’ accounts, view sensitive files, modify other users’ data, and change access rights.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49323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pPr marL="0" indent="0">
              <a:buNone/>
            </a:pPr>
            <a:r>
              <a:rPr lang="en-US" sz="3400" b="1" dirty="0"/>
              <a:t>A6 – Security Misconfiguration:</a:t>
            </a:r>
            <a:r>
              <a:rPr lang="en-US" sz="3400" dirty="0"/>
              <a:t> </a:t>
            </a:r>
          </a:p>
          <a:p>
            <a:pPr marL="0" indent="0">
              <a:buNone/>
            </a:pPr>
            <a:r>
              <a:rPr lang="en-US" sz="3400" dirty="0"/>
              <a:t>The most common issue in web security.</a:t>
            </a:r>
          </a:p>
          <a:p>
            <a:pPr marL="0" indent="0">
              <a:buNone/>
            </a:pPr>
            <a:r>
              <a:rPr lang="en-US" sz="3400" dirty="0"/>
              <a:t>Due in part to manual or ad hoc configuration (or not configuring at all), insecure default configurations, misconfigured HTTP headers, error messages containing sensitive information, not patching or upgrading systems, frameworks, dependencies, and components in a timely fashion (or at all).</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319377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92500"/>
          </a:bodyPr>
          <a:lstStyle/>
          <a:p>
            <a:pPr marL="0" indent="0">
              <a:buNone/>
            </a:pPr>
            <a:r>
              <a:rPr lang="en-US" sz="3400" b="1" dirty="0"/>
              <a:t>A7 – Cross-Site Scripting (XSS): </a:t>
            </a:r>
          </a:p>
          <a:p>
            <a:pPr marL="0" indent="0">
              <a:buNone/>
            </a:pPr>
            <a:r>
              <a:rPr lang="en-US" sz="3400" dirty="0"/>
              <a:t>Occurs when invalidated input data is included in dynamic content that is sent to a user's web browser for rendering. </a:t>
            </a:r>
          </a:p>
          <a:p>
            <a:pPr marL="0" indent="0">
              <a:buNone/>
            </a:pPr>
            <a:r>
              <a:rPr lang="en-US" sz="3400" dirty="0"/>
              <a:t>Attackers inject malicious JavaScript, VBScript, ActiveX, HTML, or Flash for execution on a victim's system by hiding it within legitimate requests. </a:t>
            </a:r>
          </a:p>
          <a:p>
            <a:pPr marL="0" indent="0">
              <a:buNone/>
            </a:pPr>
            <a:r>
              <a:rPr lang="en-US" sz="3400" dirty="0"/>
              <a:t>Attackers bypass client-ID security mechanisms and gain access privileges, and then inject malicious scripts into specific web pages.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393861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lnSpcReduction="10000"/>
          </a:bodyPr>
          <a:lstStyle/>
          <a:p>
            <a:pPr marL="0" indent="0">
              <a:buNone/>
            </a:pPr>
            <a:r>
              <a:rPr lang="en-US" sz="3400" b="1" dirty="0"/>
              <a:t>A8 – Insecure Deserialization: </a:t>
            </a:r>
          </a:p>
          <a:p>
            <a:pPr marL="0" indent="0">
              <a:buNone/>
            </a:pPr>
            <a:r>
              <a:rPr lang="en-US" sz="3400" dirty="0"/>
              <a:t>Occurs when an application receives hostile serialized objects. </a:t>
            </a:r>
          </a:p>
          <a:p>
            <a:pPr marL="0" indent="0">
              <a:buNone/>
            </a:pPr>
            <a:r>
              <a:rPr lang="en-US" sz="3400" dirty="0"/>
              <a:t>Insecure deserialization leads to remote code execution. </a:t>
            </a:r>
          </a:p>
          <a:p>
            <a:pPr marL="0" indent="0">
              <a:buNone/>
            </a:pPr>
            <a:r>
              <a:rPr lang="en-US" sz="3400" dirty="0"/>
              <a:t>Even if deserialization flaws do not result in remote code execution, attackers can replay, tamper or delete the serialized objects to spoof users, conduct injection attacks, and elevate privileges.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288501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92500"/>
          </a:bodyPr>
          <a:lstStyle/>
          <a:p>
            <a:pPr marL="0" indent="0">
              <a:buNone/>
            </a:pPr>
            <a:r>
              <a:rPr lang="en-US" sz="3400" b="1" dirty="0"/>
              <a:t>A9 – Using Components with Known Vulnerabilities:</a:t>
            </a:r>
          </a:p>
          <a:p>
            <a:pPr marL="0" indent="0">
              <a:buNone/>
            </a:pPr>
            <a:r>
              <a:rPr lang="en-US" sz="3400" dirty="0"/>
              <a:t>Components, such as libraries, frameworks, and other software modules, run with the same privileges as the application. </a:t>
            </a:r>
          </a:p>
          <a:p>
            <a:pPr marL="0" indent="0">
              <a:buNone/>
            </a:pPr>
            <a:r>
              <a:rPr lang="en-US" sz="3400" dirty="0"/>
              <a:t>If attackers exploit a vulnerable component, such an attack can facilitate serious data loss or server takeover. </a:t>
            </a:r>
          </a:p>
          <a:p>
            <a:pPr marL="0" indent="0">
              <a:buNone/>
            </a:pPr>
            <a:r>
              <a:rPr lang="en-US" sz="3400" dirty="0"/>
              <a:t>Applications and APIs using components with known vulnerabilities may undermine application defenses and enable various attacks and impacts.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303532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lnSpcReduction="10000"/>
          </a:bodyPr>
          <a:lstStyle/>
          <a:p>
            <a:pPr marL="0" indent="0">
              <a:buNone/>
            </a:pPr>
            <a:r>
              <a:rPr lang="en-US" sz="3400" b="1" dirty="0"/>
              <a:t>A10 – Insufficient Logging &amp; Monitoring: </a:t>
            </a:r>
          </a:p>
          <a:p>
            <a:pPr marL="0" indent="0">
              <a:buNone/>
            </a:pPr>
            <a:r>
              <a:rPr lang="en-US" sz="3400" dirty="0"/>
              <a:t>Insufficient logging and monitoring, coupled with missing or ineffective integration with incident response allows attackers to further attack systems, maintain persistence, pivot to more systems, and tamper, extract, or destroy data. </a:t>
            </a:r>
          </a:p>
          <a:p>
            <a:pPr marL="0" indent="0">
              <a:buNone/>
            </a:pPr>
            <a:r>
              <a:rPr lang="en-US" sz="3400" dirty="0"/>
              <a:t>Most breach studies show time to detect a breach is over 200 days, typically detected by external parties rather than internal processes or monitoring.</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OWASP Top 10 Application Security Risks?</a:t>
            </a:r>
          </a:p>
        </p:txBody>
      </p:sp>
    </p:spTree>
    <p:extLst>
      <p:ext uri="{BB962C8B-B14F-4D97-AF65-F5344CB8AC3E}">
        <p14:creationId xmlns:p14="http://schemas.microsoft.com/office/powerpoint/2010/main" val="96511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r>
              <a:rPr lang="en-US" sz="3400" dirty="0"/>
              <a:t>Unvalidated Redirects and Forwards </a:t>
            </a:r>
          </a:p>
          <a:p>
            <a:r>
              <a:rPr lang="en-US" sz="3400" dirty="0"/>
              <a:t>Cross-Site Request Forgery </a:t>
            </a:r>
          </a:p>
          <a:p>
            <a:r>
              <a:rPr lang="en-US" sz="3400" dirty="0"/>
              <a:t>Cookie/Session Poisoning</a:t>
            </a:r>
          </a:p>
          <a:p>
            <a:r>
              <a:rPr lang="en-US" sz="3400" dirty="0"/>
              <a:t>Obfuscation</a:t>
            </a:r>
          </a:p>
          <a:p>
            <a:r>
              <a:rPr lang="en-US" sz="3400" dirty="0"/>
              <a:t>DMZ Protocol Attacks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about other Web Application Threats?</a:t>
            </a:r>
          </a:p>
        </p:txBody>
      </p:sp>
    </p:spTree>
    <p:extLst>
      <p:ext uri="{BB962C8B-B14F-4D97-AF65-F5344CB8AC3E}">
        <p14:creationId xmlns:p14="http://schemas.microsoft.com/office/powerpoint/2010/main" val="84077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019 Presentation Dark Theme">
  <a:themeElements>
    <a:clrScheme name="6cc241">
      <a:dk1>
        <a:srgbClr val="151945"/>
      </a:dk1>
      <a:lt1>
        <a:srgbClr val="FFFFFF"/>
      </a:lt1>
      <a:dk2>
        <a:srgbClr val="151746"/>
      </a:dk2>
      <a:lt2>
        <a:srgbClr val="FFFFFF"/>
      </a:lt2>
      <a:accent1>
        <a:srgbClr val="F9F9FA"/>
      </a:accent1>
      <a:accent2>
        <a:srgbClr val="FF671F"/>
      </a:accent2>
      <a:accent3>
        <a:srgbClr val="00A3E0"/>
      </a:accent3>
      <a:accent4>
        <a:srgbClr val="10069F"/>
      </a:accent4>
      <a:accent5>
        <a:srgbClr val="6CC249"/>
      </a:accent5>
      <a:accent6>
        <a:srgbClr val="9C9BA7"/>
      </a:accent6>
      <a:hlink>
        <a:srgbClr val="FF671F"/>
      </a:hlink>
      <a:folHlink>
        <a:srgbClr val="FF671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W_ONLY" id="{65C80431-16F2-514A-97BA-71A18EFAAF0C}" vid="{8E954B59-A4E7-B141-A2A5-05D60EBF4B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F4BBF0267C540AB0714A5A9B8B2A0" ma:contentTypeVersion="13" ma:contentTypeDescription="Create a new document." ma:contentTypeScope="" ma:versionID="6b71af909276ca060a08b3157d1d9f21">
  <xsd:schema xmlns:xsd="http://www.w3.org/2001/XMLSchema" xmlns:xs="http://www.w3.org/2001/XMLSchema" xmlns:p="http://schemas.microsoft.com/office/2006/metadata/properties" xmlns:ns2="25f43890-8f97-4037-b6ca-5734ee50196d" xmlns:ns3="7de64167-ec1d-41c3-9c60-bdac5dd5df14" targetNamespace="http://schemas.microsoft.com/office/2006/metadata/properties" ma:root="true" ma:fieldsID="607d6bf6d8f5d26c8c8fd76553af5be9" ns2:_="" ns3:_="">
    <xsd:import namespace="25f43890-8f97-4037-b6ca-5734ee50196d"/>
    <xsd:import namespace="7de64167-ec1d-41c3-9c60-bdac5dd5df1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_Flow_SignoffStatus"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f43890-8f97-4037-b6ca-5734ee50196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e64167-ec1d-41c3-9c60-bdac5dd5df1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_Flow_SignoffStatus" ma:index="16" nillable="true" ma:displayName="Sign-off status" ma:internalName="Sign_x002d_off_x0020_status">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7de64167-ec1d-41c3-9c60-bdac5dd5df14" xsi:nil="true"/>
  </documentManagement>
</p:properties>
</file>

<file path=customXml/itemProps1.xml><?xml version="1.0" encoding="utf-8"?>
<ds:datastoreItem xmlns:ds="http://schemas.openxmlformats.org/officeDocument/2006/customXml" ds:itemID="{75706A4F-AA7D-4E6B-9FD9-8E34C9731100}"/>
</file>

<file path=customXml/itemProps2.xml><?xml version="1.0" encoding="utf-8"?>
<ds:datastoreItem xmlns:ds="http://schemas.openxmlformats.org/officeDocument/2006/customXml" ds:itemID="{A6B41699-EC3A-4573-88BB-E7E54CCDF4F6}"/>
</file>

<file path=customXml/itemProps3.xml><?xml version="1.0" encoding="utf-8"?>
<ds:datastoreItem xmlns:ds="http://schemas.openxmlformats.org/officeDocument/2006/customXml" ds:itemID="{C7563B02-5798-43F3-99C1-6305AC6F09AE}"/>
</file>

<file path=docProps/app.xml><?xml version="1.0" encoding="utf-8"?>
<Properties xmlns="http://schemas.openxmlformats.org/officeDocument/2006/extended-properties" xmlns:vt="http://schemas.openxmlformats.org/officeDocument/2006/docPropsVTypes">
  <TotalTime>2657</TotalTime>
  <Words>762</Words>
  <Application>Microsoft Office PowerPoint</Application>
  <PresentationFormat>Widescreen</PresentationFormat>
  <Paragraphs>67</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Adelle Sans</vt:lpstr>
      <vt:lpstr>Arial</vt:lpstr>
      <vt:lpstr>Calibri</vt:lpstr>
      <vt:lpstr>Courier New</vt:lpstr>
      <vt:lpstr>Proxima Nova</vt:lpstr>
      <vt:lpstr>Proxima Nova Semibold</vt:lpstr>
      <vt:lpstr>2019 Presentation Dark Theme</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are the OWASP Top 10 Application Security Risks?</vt:lpstr>
      <vt:lpstr>What about other Web Application Threats?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identity and access (20-25%)</dc:title>
  <dc:creator>Adam Gordon</dc:creator>
  <cp:lastModifiedBy>Adam Gordon</cp:lastModifiedBy>
  <cp:revision>143</cp:revision>
  <cp:lastPrinted>2020-04-29T19:12:33Z</cp:lastPrinted>
  <dcterms:created xsi:type="dcterms:W3CDTF">2020-04-24T18:08:50Z</dcterms:created>
  <dcterms:modified xsi:type="dcterms:W3CDTF">2020-09-25T14:06:03Z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0x0101006C1F4BBF0267C540AB0714A5A9B8B2A0</vt:lpwstr>
  </property>
</Properties>
</file>