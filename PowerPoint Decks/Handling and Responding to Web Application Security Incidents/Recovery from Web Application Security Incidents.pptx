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80" r:id="rId2"/>
    <p:sldId id="2882" r:id="rId3"/>
    <p:sldId id="2883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548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dirty="0"/>
              <a:t>Identify the vulnerabilities attackers had exploited and patch them </a:t>
            </a:r>
          </a:p>
          <a:p>
            <a:r>
              <a:rPr lang="en-US" sz="3400" dirty="0"/>
              <a:t>Check the web application backups for traces of attack and clean them </a:t>
            </a:r>
          </a:p>
          <a:p>
            <a:r>
              <a:rPr lang="en-US" sz="3400" dirty="0"/>
              <a:t>Change the administrative passwords of all devices and resources </a:t>
            </a:r>
          </a:p>
          <a:p>
            <a:r>
              <a:rPr lang="en-US" sz="3400" dirty="0"/>
              <a:t>Improve the security of the network perimeter by implementing strict WAF, IDS, and ACLs policies and rules </a:t>
            </a:r>
          </a:p>
          <a:p>
            <a:r>
              <a:rPr lang="en-US" sz="3400" dirty="0"/>
              <a:t>Restart any services terminated as a part of containment process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that the IH&amp;R team should follow for Recovery?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A black box testing method. </a:t>
            </a:r>
          </a:p>
          <a:p>
            <a:r>
              <a:rPr lang="en-US" sz="3400" dirty="0"/>
              <a:t>Used to identify coding errors and security loopholes in web applications. </a:t>
            </a:r>
          </a:p>
          <a:p>
            <a:r>
              <a:rPr lang="en-US" sz="3400" dirty="0"/>
              <a:t>Huge amounts of random data called ‘fuzz’ will be generated by the fuzz testing tools (</a:t>
            </a:r>
            <a:r>
              <a:rPr lang="en-US" sz="3400" dirty="0" err="1"/>
              <a:t>Fuzzers</a:t>
            </a:r>
            <a:r>
              <a:rPr lang="en-US" sz="3400" dirty="0"/>
              <a:t>) and used against the target web application to discover vulnerabilities that can be exploited by various attacks.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Web Application Fuzz Testing (fuzzing)?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r>
              <a:rPr lang="en-US" sz="3400" b="1" dirty="0"/>
              <a:t>Mutation-Based</a:t>
            </a:r>
            <a:r>
              <a:rPr lang="en-US" sz="3400" dirty="0"/>
              <a:t> - starts with a valid sample and keeps mutating until the target is reached </a:t>
            </a:r>
          </a:p>
          <a:p>
            <a:r>
              <a:rPr lang="en-US" sz="3400" b="1" dirty="0"/>
              <a:t>Generation-Based</a:t>
            </a:r>
            <a:r>
              <a:rPr lang="en-US" sz="3400" dirty="0"/>
              <a:t> - the new data will be generated from scratch and the amount of data to be generated are predefined based on the testing model</a:t>
            </a:r>
          </a:p>
          <a:p>
            <a:r>
              <a:rPr lang="en-US" sz="3400" b="1" dirty="0"/>
              <a:t>Protocol-Based</a:t>
            </a:r>
            <a:r>
              <a:rPr lang="en-US" sz="3400" dirty="0"/>
              <a:t> - protocol </a:t>
            </a:r>
            <a:r>
              <a:rPr lang="en-US" sz="3400" dirty="0" err="1"/>
              <a:t>fuzzer</a:t>
            </a:r>
            <a:r>
              <a:rPr lang="en-US" sz="3400" dirty="0"/>
              <a:t> sends forged packets to the target application that is to be tested. </a:t>
            </a:r>
          </a:p>
          <a:p>
            <a:pPr lvl="1"/>
            <a:r>
              <a:rPr lang="en-US" sz="3200" dirty="0"/>
              <a:t>This type of testing requires detailed knowledge of protocol format being tested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Fuzz Testing Strategies?</a:t>
            </a:r>
          </a:p>
        </p:txBody>
      </p:sp>
    </p:spTree>
    <p:extLst>
      <p:ext uri="{BB962C8B-B14F-4D97-AF65-F5344CB8AC3E}">
        <p14:creationId xmlns:p14="http://schemas.microsoft.com/office/powerpoint/2010/main" val="133360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B119EF6D-0264-4D02-B301-F83AC9008DE7}"/>
</file>

<file path=customXml/itemProps2.xml><?xml version="1.0" encoding="utf-8"?>
<ds:datastoreItem xmlns:ds="http://schemas.openxmlformats.org/officeDocument/2006/customXml" ds:itemID="{E68BBAEF-AAE5-4FB4-885E-8D594088CE45}"/>
</file>

<file path=customXml/itemProps3.xml><?xml version="1.0" encoding="utf-8"?>
<ds:datastoreItem xmlns:ds="http://schemas.openxmlformats.org/officeDocument/2006/customXml" ds:itemID="{5459D27C-0B4E-45C1-8DB9-8F8FF86CE0BD}"/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218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steps that the IH&amp;R team should follow for Recovery?</vt:lpstr>
      <vt:lpstr>What is Web Application Fuzz Testing (fuzzing)?</vt:lpstr>
      <vt:lpstr>What are the Fuzz Testing Strategies?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135</cp:revision>
  <cp:lastPrinted>2020-04-29T19:12:33Z</cp:lastPrinted>
  <dcterms:created xsi:type="dcterms:W3CDTF">2020-04-24T18:08:50Z</dcterms:created>
  <dcterms:modified xsi:type="dcterms:W3CDTF">2020-09-25T13:45:34Z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