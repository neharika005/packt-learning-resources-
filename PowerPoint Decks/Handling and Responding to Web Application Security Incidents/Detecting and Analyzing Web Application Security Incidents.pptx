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880" r:id="rId2"/>
    <p:sldId id="2882" r:id="rId3"/>
    <p:sldId id="2883" r:id="rId4"/>
    <p:sldId id="2885" r:id="rId5"/>
    <p:sldId id="2887" r:id="rId6"/>
    <p:sldId id="2884" r:id="rId7"/>
    <p:sldId id="2888" r:id="rId8"/>
    <p:sldId id="2886" r:id="rId9"/>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customXml" Target="../customXml/item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F550400D-634F-4ECE-8B99-E301607E417A}" type="datetimeFigureOut">
              <a:rPr lang="en-US" smtClean="0"/>
              <a:t>9/24/2020</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22CA5BA8-5709-4BCF-8567-BC7E030021D0}" type="slidenum">
              <a:rPr lang="en-US" smtClean="0"/>
              <a:t>‹#›</a:t>
            </a:fld>
            <a:endParaRPr lang="en-US"/>
          </a:p>
        </p:txBody>
      </p:sp>
    </p:spTree>
    <p:extLst>
      <p:ext uri="{BB962C8B-B14F-4D97-AF65-F5344CB8AC3E}">
        <p14:creationId xmlns:p14="http://schemas.microsoft.com/office/powerpoint/2010/main" val="3507634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1</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583248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2</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14950031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3</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872479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4</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20148144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5</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171189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6</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2848921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7</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32818633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31774">
              <a:defRPr/>
            </a:pPr>
            <a:fld id="{90E1908C-B156-4A85-BA85-F48C61D5A02D}" type="slidenum">
              <a:rPr lang="en-US" sz="1300">
                <a:solidFill>
                  <a:prstClr val="black"/>
                </a:solidFill>
                <a:latin typeface="Calibri" panose="020F0502020204030204"/>
              </a:rPr>
              <a:pPr defTabSz="931774">
                <a:defRPr/>
              </a:pPr>
              <a:t>8</a:t>
            </a:fld>
            <a:endParaRPr lang="en-US" sz="1300">
              <a:solidFill>
                <a:prstClr val="black"/>
              </a:solidFill>
              <a:latin typeface="Calibri" panose="020F0502020204030204"/>
            </a:endParaRPr>
          </a:p>
        </p:txBody>
      </p:sp>
    </p:spTree>
    <p:extLst>
      <p:ext uri="{BB962C8B-B14F-4D97-AF65-F5344CB8AC3E}">
        <p14:creationId xmlns:p14="http://schemas.microsoft.com/office/powerpoint/2010/main" val="24994480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FFCC102-5D77-AB4A-B015-62CEE166E515}"/>
              </a:ext>
            </a:extLst>
          </p:cNvPr>
          <p:cNvSpPr/>
          <p:nvPr userDrawn="1"/>
        </p:nvSpPr>
        <p:spPr>
          <a:xfrm>
            <a:off x="76199" y="1257301"/>
            <a:ext cx="12039600" cy="5524499"/>
          </a:xfrm>
          <a:prstGeom prst="rect">
            <a:avLst/>
          </a:prstGeom>
          <a:solidFill>
            <a:schemeClr val="tx1"/>
          </a:solidFill>
          <a:ln w="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bg1"/>
              </a:solidFill>
            </a:endParaRPr>
          </a:p>
        </p:txBody>
      </p:sp>
      <p:cxnSp>
        <p:nvCxnSpPr>
          <p:cNvPr id="13" name="Straight Connector 12">
            <a:extLst>
              <a:ext uri="{FF2B5EF4-FFF2-40B4-BE49-F238E27FC236}">
                <a16:creationId xmlns:a16="http://schemas.microsoft.com/office/drawing/2014/main" id="{F66CB8CD-22B6-8E44-A0B2-E202A3F50FC0}"/>
              </a:ext>
            </a:extLst>
          </p:cNvPr>
          <p:cNvCxnSpPr>
            <a:cxnSpLocks/>
          </p:cNvCxnSpPr>
          <p:nvPr userDrawn="1"/>
        </p:nvCxnSpPr>
        <p:spPr>
          <a:xfrm>
            <a:off x="76199" y="1257301"/>
            <a:ext cx="12039600" cy="0"/>
          </a:xfrm>
          <a:prstGeom prst="line">
            <a:avLst/>
          </a:prstGeom>
          <a:ln w="25400"/>
        </p:spPr>
        <p:style>
          <a:lnRef idx="1">
            <a:schemeClr val="accent2"/>
          </a:lnRef>
          <a:fillRef idx="0">
            <a:schemeClr val="accent2"/>
          </a:fillRef>
          <a:effectRef idx="0">
            <a:schemeClr val="accent2"/>
          </a:effectRef>
          <a:fontRef idx="minor">
            <a:schemeClr val="tx1"/>
          </a:fontRef>
        </p:style>
      </p:cxnSp>
      <p:pic>
        <p:nvPicPr>
          <p:cNvPr id="9" name="Picture 8">
            <a:extLst>
              <a:ext uri="{FF2B5EF4-FFF2-40B4-BE49-F238E27FC236}">
                <a16:creationId xmlns:a16="http://schemas.microsoft.com/office/drawing/2014/main" id="{91E13A89-D0B2-A346-9918-7B58BA5F80BF}"/>
              </a:ext>
            </a:extLst>
          </p:cNvPr>
          <p:cNvPicPr>
            <a:picLocks noChangeAspect="1"/>
          </p:cNvPicPr>
          <p:nvPr userDrawn="1"/>
        </p:nvPicPr>
        <p:blipFill rotWithShape="1">
          <a:blip r:embed="rId2"/>
          <a:srcRect t="22486" b="28721"/>
          <a:stretch/>
        </p:blipFill>
        <p:spPr>
          <a:xfrm>
            <a:off x="409554" y="221946"/>
            <a:ext cx="2688317" cy="833317"/>
          </a:xfrm>
          <a:prstGeom prst="rect">
            <a:avLst/>
          </a:prstGeom>
        </p:spPr>
      </p:pic>
      <p:sp>
        <p:nvSpPr>
          <p:cNvPr id="8" name="Title 1">
            <a:extLst>
              <a:ext uri="{FF2B5EF4-FFF2-40B4-BE49-F238E27FC236}">
                <a16:creationId xmlns:a16="http://schemas.microsoft.com/office/drawing/2014/main" id="{E537DE53-9F91-F144-B090-6891FC7F64E7}"/>
              </a:ext>
            </a:extLst>
          </p:cNvPr>
          <p:cNvSpPr>
            <a:spLocks noGrp="1"/>
          </p:cNvSpPr>
          <p:nvPr>
            <p:ph type="title"/>
          </p:nvPr>
        </p:nvSpPr>
        <p:spPr>
          <a:xfrm>
            <a:off x="1121782" y="1354512"/>
            <a:ext cx="10515600" cy="1882337"/>
          </a:xfrm>
          <a:prstGeom prst="rect">
            <a:avLst/>
          </a:prstGeom>
          <a:ln>
            <a:noFill/>
          </a:ln>
        </p:spPr>
        <p:txBody>
          <a:bodyPr anchor="b"/>
          <a:lstStyle>
            <a:lvl1pPr algn="r">
              <a:defRPr sz="6000">
                <a:solidFill>
                  <a:schemeClr val="bg1"/>
                </a:solidFill>
              </a:defRPr>
            </a:lvl1pPr>
          </a:lstStyle>
          <a:p>
            <a:r>
              <a:rPr lang="en-US"/>
              <a:t>Click to edit Master title style</a:t>
            </a:r>
          </a:p>
        </p:txBody>
      </p:sp>
      <p:sp>
        <p:nvSpPr>
          <p:cNvPr id="11" name="Text Placeholder 2">
            <a:extLst>
              <a:ext uri="{FF2B5EF4-FFF2-40B4-BE49-F238E27FC236}">
                <a16:creationId xmlns:a16="http://schemas.microsoft.com/office/drawing/2014/main" id="{9C3AB1C3-283D-F547-BE60-C0223B09E9F0}"/>
              </a:ext>
            </a:extLst>
          </p:cNvPr>
          <p:cNvSpPr>
            <a:spLocks noGrp="1"/>
          </p:cNvSpPr>
          <p:nvPr>
            <p:ph type="body" idx="1"/>
          </p:nvPr>
        </p:nvSpPr>
        <p:spPr>
          <a:xfrm>
            <a:off x="1121782" y="3539550"/>
            <a:ext cx="10515600" cy="959999"/>
          </a:xfrm>
          <a:prstGeom prst="rect">
            <a:avLst/>
          </a:prstGeom>
        </p:spPr>
        <p:txBody>
          <a:bodyPr/>
          <a:lstStyle>
            <a:lvl1pPr marL="0" indent="0" algn="r">
              <a:buNone/>
              <a:defRPr sz="2400" b="1" i="0">
                <a:solidFill>
                  <a:schemeClr val="bg1"/>
                </a:solidFill>
                <a:latin typeface="Proxima Nova Semibold" panose="02000506030000020004"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010504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pyright">
    <p:bg>
      <p:bgPr>
        <a:solidFill>
          <a:schemeClr val="accent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8550376-BED7-4B46-B83A-D8C4218AB513}"/>
              </a:ext>
            </a:extLst>
          </p:cNvPr>
          <p:cNvSpPr/>
          <p:nvPr userDrawn="1"/>
        </p:nvSpPr>
        <p:spPr>
          <a:xfrm>
            <a:off x="76199" y="1257301"/>
            <a:ext cx="12039600" cy="5524499"/>
          </a:xfrm>
          <a:prstGeom prst="rect">
            <a:avLst/>
          </a:prstGeom>
          <a:solidFill>
            <a:schemeClr val="tx1"/>
          </a:solidFill>
          <a:ln w="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bg1"/>
              </a:solidFill>
            </a:endParaRPr>
          </a:p>
        </p:txBody>
      </p:sp>
      <p:cxnSp>
        <p:nvCxnSpPr>
          <p:cNvPr id="7" name="Straight Connector 6">
            <a:extLst>
              <a:ext uri="{FF2B5EF4-FFF2-40B4-BE49-F238E27FC236}">
                <a16:creationId xmlns:a16="http://schemas.microsoft.com/office/drawing/2014/main" id="{F3B7B21E-0316-A247-8CEE-8DE76EAD7C95}"/>
              </a:ext>
            </a:extLst>
          </p:cNvPr>
          <p:cNvCxnSpPr>
            <a:cxnSpLocks/>
          </p:cNvCxnSpPr>
          <p:nvPr userDrawn="1"/>
        </p:nvCxnSpPr>
        <p:spPr>
          <a:xfrm>
            <a:off x="76199" y="1257301"/>
            <a:ext cx="12039600" cy="0"/>
          </a:xfrm>
          <a:prstGeom prst="line">
            <a:avLst/>
          </a:prstGeom>
          <a:ln w="25400"/>
        </p:spPr>
        <p:style>
          <a:lnRef idx="1">
            <a:schemeClr val="accent2"/>
          </a:lnRef>
          <a:fillRef idx="0">
            <a:schemeClr val="accent2"/>
          </a:fillRef>
          <a:effectRef idx="0">
            <a:schemeClr val="accent2"/>
          </a:effectRef>
          <a:fontRef idx="minor">
            <a:schemeClr val="tx1"/>
          </a:fontRef>
        </p:style>
      </p:cxnSp>
      <p:pic>
        <p:nvPicPr>
          <p:cNvPr id="9" name="Picture 8">
            <a:extLst>
              <a:ext uri="{FF2B5EF4-FFF2-40B4-BE49-F238E27FC236}">
                <a16:creationId xmlns:a16="http://schemas.microsoft.com/office/drawing/2014/main" id="{1FFA49D0-3C17-1747-A936-9501950BD561}"/>
              </a:ext>
            </a:extLst>
          </p:cNvPr>
          <p:cNvPicPr>
            <a:picLocks noChangeAspect="1"/>
          </p:cNvPicPr>
          <p:nvPr userDrawn="1"/>
        </p:nvPicPr>
        <p:blipFill rotWithShape="1">
          <a:blip r:embed="rId2"/>
          <a:srcRect t="22486" b="28721"/>
          <a:stretch/>
        </p:blipFill>
        <p:spPr>
          <a:xfrm>
            <a:off x="409554" y="221946"/>
            <a:ext cx="2688317" cy="833317"/>
          </a:xfrm>
          <a:prstGeom prst="rect">
            <a:avLst/>
          </a:prstGeom>
        </p:spPr>
      </p:pic>
      <p:sp>
        <p:nvSpPr>
          <p:cNvPr id="12" name="Subtitle 2">
            <a:extLst>
              <a:ext uri="{FF2B5EF4-FFF2-40B4-BE49-F238E27FC236}">
                <a16:creationId xmlns:a16="http://schemas.microsoft.com/office/drawing/2014/main" id="{004542C0-6F92-F542-B358-53649EAA8761}"/>
              </a:ext>
            </a:extLst>
          </p:cNvPr>
          <p:cNvSpPr txBox="1">
            <a:spLocks/>
          </p:cNvSpPr>
          <p:nvPr userDrawn="1"/>
        </p:nvSpPr>
        <p:spPr>
          <a:xfrm>
            <a:off x="624051" y="5195340"/>
            <a:ext cx="10943897" cy="1253359"/>
          </a:xfrm>
          <a:prstGeom prst="rect">
            <a:avLst/>
          </a:prstGeom>
        </p:spPr>
        <p:txBody>
          <a:bodyPr vert="horz" lIns="91440" tIns="45720" rIns="91440" bIns="45720" rtlCol="0">
            <a:normAutofit/>
          </a:bodyPr>
          <a:lstStyle>
            <a:lvl1pPr marL="0" indent="0" algn="r" defTabSz="914400" rtl="0" eaLnBrk="1" latinLnBrk="0" hangingPunct="1">
              <a:lnSpc>
                <a:spcPct val="90000"/>
              </a:lnSpc>
              <a:spcBef>
                <a:spcPts val="1000"/>
              </a:spcBef>
              <a:buFont typeface="Courier New" panose="02070309020205020404" pitchFamily="49" charset="0"/>
              <a:buNone/>
              <a:tabLst/>
              <a:defRPr sz="2800" b="1" i="0" kern="1200">
                <a:solidFill>
                  <a:schemeClr val="tx1"/>
                </a:solidFill>
                <a:latin typeface="Proxima Nova Semibold" panose="02000506030000020004" pitchFamily="2" charset="0"/>
                <a:ea typeface="+mn-ea"/>
                <a:cs typeface="+mn-cs"/>
              </a:defRPr>
            </a:lvl1pPr>
            <a:lvl2pPr marL="457200" indent="0" algn="ctr" defTabSz="914400" rtl="0" eaLnBrk="1" latinLnBrk="0" hangingPunct="1">
              <a:lnSpc>
                <a:spcPct val="90000"/>
              </a:lnSpc>
              <a:spcBef>
                <a:spcPts val="500"/>
              </a:spcBef>
              <a:buFont typeface="Courier New" panose="02070309020205020404" pitchFamily="49" charset="0"/>
              <a:buNone/>
              <a:tabLst/>
              <a:defRPr sz="2000" b="0" i="0" kern="1200">
                <a:solidFill>
                  <a:srgbClr val="525656"/>
                </a:solidFill>
                <a:latin typeface="Adelle Sans" panose="02000503000000020004" pitchFamily="2" charset="77"/>
                <a:ea typeface="+mn-ea"/>
                <a:cs typeface="+mn-cs"/>
              </a:defRPr>
            </a:lvl2pPr>
            <a:lvl3pPr marL="914400" indent="0" algn="ctr" defTabSz="914400" rtl="0" eaLnBrk="1" latinLnBrk="0" hangingPunct="1">
              <a:lnSpc>
                <a:spcPct val="90000"/>
              </a:lnSpc>
              <a:spcBef>
                <a:spcPts val="500"/>
              </a:spcBef>
              <a:buFont typeface="Courier New" panose="02070309020205020404" pitchFamily="49" charset="0"/>
              <a:buNone/>
              <a:tabLst/>
              <a:defRPr sz="1800" b="0" i="0" kern="1200">
                <a:solidFill>
                  <a:srgbClr val="525656"/>
                </a:solidFill>
                <a:latin typeface="Adelle Sans" panose="02000503000000020004" pitchFamily="2" charset="77"/>
                <a:ea typeface="+mn-ea"/>
                <a:cs typeface="+mn-cs"/>
              </a:defRPr>
            </a:lvl3pPr>
            <a:lvl4pPr marL="1371600" indent="0" algn="ctr" defTabSz="914400" rtl="0" eaLnBrk="1" latinLnBrk="0" hangingPunct="1">
              <a:lnSpc>
                <a:spcPct val="90000"/>
              </a:lnSpc>
              <a:spcBef>
                <a:spcPts val="500"/>
              </a:spcBef>
              <a:buFont typeface="Courier New" panose="02070309020205020404" pitchFamily="49" charset="0"/>
              <a:buNone/>
              <a:tabLst/>
              <a:defRPr sz="1600" b="0" i="0" kern="1200">
                <a:solidFill>
                  <a:srgbClr val="525656"/>
                </a:solidFill>
                <a:latin typeface="Adelle Sans" panose="02000503000000020004" pitchFamily="2" charset="77"/>
                <a:ea typeface="+mn-ea"/>
                <a:cs typeface="+mn-cs"/>
              </a:defRPr>
            </a:lvl4pPr>
            <a:lvl5pPr marL="1828800" indent="0" algn="ctr" defTabSz="914400" rtl="0" eaLnBrk="1" latinLnBrk="0" hangingPunct="1">
              <a:lnSpc>
                <a:spcPct val="90000"/>
              </a:lnSpc>
              <a:spcBef>
                <a:spcPts val="500"/>
              </a:spcBef>
              <a:buFont typeface="Courier New" panose="02070309020205020404" pitchFamily="49" charset="0"/>
              <a:buNone/>
              <a:tabLst/>
              <a:defRPr sz="1600" b="0" i="0" kern="1200">
                <a:solidFill>
                  <a:srgbClr val="525656"/>
                </a:solidFill>
                <a:latin typeface="Adelle Sans" panose="02000503000000020004" pitchFamily="2"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600" b="0" i="0">
                <a:solidFill>
                  <a:schemeClr val="bg1"/>
                </a:solidFill>
                <a:latin typeface="Adelle Sans" panose="02000503000000020004" pitchFamily="2" charset="77"/>
              </a:rPr>
              <a:t>Click to edit Master subtitle style</a:t>
            </a:r>
          </a:p>
        </p:txBody>
      </p:sp>
    </p:spTree>
    <p:extLst>
      <p:ext uri="{BB962C8B-B14F-4D97-AF65-F5344CB8AC3E}">
        <p14:creationId xmlns:p14="http://schemas.microsoft.com/office/powerpoint/2010/main" val="3754250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F951679-C038-3D4F-B9C6-BD4097A52467}"/>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02ECF62-AF5A-6A4B-8DAF-6576CE0FE947}"/>
              </a:ext>
            </a:extLst>
          </p:cNvPr>
          <p:cNvSpPr>
            <a:spLocks noGrp="1"/>
          </p:cNvSpPr>
          <p:nvPr>
            <p:ph idx="1"/>
          </p:nvPr>
        </p:nvSpPr>
        <p:spPr>
          <a:xfrm>
            <a:off x="507124" y="1161288"/>
            <a:ext cx="11175123" cy="4687891"/>
          </a:xfrm>
          <a:prstGeom prst="rect">
            <a:avLst/>
          </a:prstGeom>
        </p:spPr>
        <p:txBody>
          <a:bodyPr/>
          <a:lstStyle>
            <a:lvl1pPr>
              <a:defRPr b="0" i="0">
                <a:latin typeface="Adelle Sans" panose="02000503000000020004" pitchFamily="2" charset="77"/>
              </a:defRPr>
            </a:lvl1pPr>
            <a:lvl2pPr marL="685800" indent="-228600">
              <a:buFont typeface="Courier New" panose="02070309020205020404" pitchFamily="49" charset="0"/>
              <a:buChar char="o"/>
              <a:defRPr b="0" i="0">
                <a:solidFill>
                  <a:srgbClr val="525656"/>
                </a:solidFill>
                <a:latin typeface="Adelle Sans" panose="02000503000000020004" pitchFamily="2" charset="77"/>
              </a:defRPr>
            </a:lvl2pPr>
            <a:lvl3pPr marL="1143000" indent="-228600">
              <a:buFont typeface="Courier New" panose="02070309020205020404" pitchFamily="49" charset="0"/>
              <a:buChar char="o"/>
              <a:defRPr b="0" i="0">
                <a:solidFill>
                  <a:srgbClr val="525656"/>
                </a:solidFill>
                <a:latin typeface="Adelle Sans" panose="02000503000000020004" pitchFamily="2" charset="77"/>
              </a:defRPr>
            </a:lvl3pPr>
            <a:lvl4pPr marL="1600200" indent="-228600">
              <a:buFont typeface="Courier New" panose="02070309020205020404" pitchFamily="49" charset="0"/>
              <a:buChar char="o"/>
              <a:defRPr b="0" i="0">
                <a:solidFill>
                  <a:srgbClr val="525656"/>
                </a:solidFill>
                <a:latin typeface="Adelle Sans" panose="02000503000000020004" pitchFamily="2" charset="77"/>
              </a:defRPr>
            </a:lvl4pPr>
            <a:lvl5pPr marL="2057400" indent="-228600">
              <a:buFont typeface="Courier New" panose="02070309020205020404" pitchFamily="49" charset="0"/>
              <a:buChar char="o"/>
              <a:defRPr b="0" i="0">
                <a:solidFill>
                  <a:srgbClr val="525656"/>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28B7FA2-906C-224F-91E8-737C56BAA8A6}"/>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pic>
        <p:nvPicPr>
          <p:cNvPr id="12" name="Picture 11">
            <a:extLst>
              <a:ext uri="{FF2B5EF4-FFF2-40B4-BE49-F238E27FC236}">
                <a16:creationId xmlns:a16="http://schemas.microsoft.com/office/drawing/2014/main" id="{4CCF5606-6DC5-4A43-91BA-969B5443296E}"/>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8" name="Rectangle 7">
            <a:extLst>
              <a:ext uri="{FF2B5EF4-FFF2-40B4-BE49-F238E27FC236}">
                <a16:creationId xmlns:a16="http://schemas.microsoft.com/office/drawing/2014/main" id="{C34C16D8-B479-BB46-AD7C-0AC4F5CEDC76}"/>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3377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02ADA8A-EE40-8D42-B058-429F77AD6030}"/>
              </a:ext>
            </a:extLst>
          </p:cNvPr>
          <p:cNvSpPr/>
          <p:nvPr userDrawn="1"/>
        </p:nvSpPr>
        <p:spPr>
          <a:xfrm>
            <a:off x="76199" y="1257301"/>
            <a:ext cx="12039600" cy="5524499"/>
          </a:xfrm>
          <a:prstGeom prst="rect">
            <a:avLst/>
          </a:prstGeom>
          <a:solidFill>
            <a:schemeClr val="tx1"/>
          </a:solidFill>
          <a:ln w="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 name="Title 1">
            <a:extLst>
              <a:ext uri="{FF2B5EF4-FFF2-40B4-BE49-F238E27FC236}">
                <a16:creationId xmlns:a16="http://schemas.microsoft.com/office/drawing/2014/main" id="{0534CEAF-3B24-A242-A428-FB8B1A7D5F21}"/>
              </a:ext>
            </a:extLst>
          </p:cNvPr>
          <p:cNvSpPr>
            <a:spLocks noGrp="1"/>
          </p:cNvSpPr>
          <p:nvPr>
            <p:ph type="title"/>
          </p:nvPr>
        </p:nvSpPr>
        <p:spPr>
          <a:xfrm>
            <a:off x="831850" y="2648054"/>
            <a:ext cx="10515600" cy="1882337"/>
          </a:xfrm>
          <a:prstGeom prst="rect">
            <a:avLst/>
          </a:prstGeom>
          <a:ln>
            <a:noFill/>
          </a:ln>
        </p:spPr>
        <p:txBody>
          <a:bodyPr anchor="b"/>
          <a:lstStyle>
            <a:lvl1pPr algn="ct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DAB81C1E-F57C-FB49-8A8C-E5F2C60D08C6}"/>
              </a:ext>
            </a:extLst>
          </p:cNvPr>
          <p:cNvSpPr>
            <a:spLocks noGrp="1"/>
          </p:cNvSpPr>
          <p:nvPr>
            <p:ph type="body" idx="1"/>
          </p:nvPr>
        </p:nvSpPr>
        <p:spPr>
          <a:xfrm>
            <a:off x="831850" y="4814406"/>
            <a:ext cx="10515600" cy="959999"/>
          </a:xfrm>
          <a:prstGeom prst="rect">
            <a:avLst/>
          </a:prstGeom>
        </p:spPr>
        <p:txBody>
          <a:bodyPr/>
          <a:lstStyle>
            <a:lvl1pPr marL="0" indent="0" algn="ctr">
              <a:buNone/>
              <a:defRPr sz="2400" b="1" i="0">
                <a:solidFill>
                  <a:schemeClr val="bg1"/>
                </a:solidFill>
                <a:latin typeface="Proxima Nova Semibold" panose="02000506030000020004"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a:extLst>
              <a:ext uri="{FF2B5EF4-FFF2-40B4-BE49-F238E27FC236}">
                <a16:creationId xmlns:a16="http://schemas.microsoft.com/office/drawing/2014/main" id="{72B0757F-692F-4442-AC10-47BE80EC633F}"/>
              </a:ext>
            </a:extLst>
          </p:cNvPr>
          <p:cNvPicPr>
            <a:picLocks noChangeAspect="1"/>
          </p:cNvPicPr>
          <p:nvPr userDrawn="1"/>
        </p:nvPicPr>
        <p:blipFill rotWithShape="1">
          <a:blip r:embed="rId2"/>
          <a:srcRect t="18801" b="16721"/>
          <a:stretch/>
        </p:blipFill>
        <p:spPr>
          <a:xfrm>
            <a:off x="5496490" y="237942"/>
            <a:ext cx="1327643" cy="856044"/>
          </a:xfrm>
          <a:prstGeom prst="rect">
            <a:avLst/>
          </a:prstGeom>
        </p:spPr>
      </p:pic>
      <p:cxnSp>
        <p:nvCxnSpPr>
          <p:cNvPr id="10" name="Straight Connector 9">
            <a:extLst>
              <a:ext uri="{FF2B5EF4-FFF2-40B4-BE49-F238E27FC236}">
                <a16:creationId xmlns:a16="http://schemas.microsoft.com/office/drawing/2014/main" id="{C75C7F33-8A0F-C247-8673-DF3D12BB0E56}"/>
              </a:ext>
            </a:extLst>
          </p:cNvPr>
          <p:cNvCxnSpPr>
            <a:cxnSpLocks/>
          </p:cNvCxnSpPr>
          <p:nvPr userDrawn="1"/>
        </p:nvCxnSpPr>
        <p:spPr>
          <a:xfrm>
            <a:off x="76199" y="1257301"/>
            <a:ext cx="12039600" cy="0"/>
          </a:xfrm>
          <a:prstGeom prst="line">
            <a:avLst/>
          </a:prstGeom>
          <a:ln w="254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18283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5601DA-8347-6048-AFC7-B3EE3A4EDB24}"/>
              </a:ext>
            </a:extLst>
          </p:cNvPr>
          <p:cNvSpPr>
            <a:spLocks noGrp="1"/>
          </p:cNvSpPr>
          <p:nvPr>
            <p:ph sz="half" idx="1"/>
          </p:nvPr>
        </p:nvSpPr>
        <p:spPr>
          <a:xfrm>
            <a:off x="525516" y="1161288"/>
            <a:ext cx="5339256" cy="4247315"/>
          </a:xfrm>
          <a:prstGeom prst="rect">
            <a:avLst/>
          </a:prstGeom>
        </p:spPr>
        <p:txBody>
          <a:bodyPr/>
          <a:lstStyle>
            <a:lvl1pPr>
              <a:defRPr b="0" i="0">
                <a:latin typeface="Adelle Sans" panose="02000503000000020004" pitchFamily="2" charset="77"/>
              </a:defRPr>
            </a:lvl1pPr>
            <a:lvl2pPr>
              <a:defRPr b="0" i="0">
                <a:latin typeface="Adelle Sans" panose="02000503000000020004" pitchFamily="2" charset="77"/>
              </a:defRPr>
            </a:lvl2pPr>
            <a:lvl3pPr>
              <a:defRPr b="0" i="0">
                <a:latin typeface="Adelle Sans" panose="02000503000000020004" pitchFamily="2" charset="77"/>
              </a:defRPr>
            </a:lvl3pPr>
            <a:lvl4pPr>
              <a:defRPr b="0" i="0">
                <a:latin typeface="Adelle Sans" panose="02000503000000020004" pitchFamily="2" charset="77"/>
              </a:defRPr>
            </a:lvl4pPr>
            <a:lvl5pPr>
              <a:defRPr b="0" i="0">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a:extLst>
              <a:ext uri="{FF2B5EF4-FFF2-40B4-BE49-F238E27FC236}">
                <a16:creationId xmlns:a16="http://schemas.microsoft.com/office/drawing/2014/main" id="{448A93EA-740D-534C-9F9A-851CAAFC6F58}"/>
              </a:ext>
            </a:extLst>
          </p:cNvPr>
          <p:cNvSpPr>
            <a:spLocks noGrp="1"/>
          </p:cNvSpPr>
          <p:nvPr>
            <p:ph sz="half" idx="13"/>
          </p:nvPr>
        </p:nvSpPr>
        <p:spPr>
          <a:xfrm>
            <a:off x="6327230" y="1161288"/>
            <a:ext cx="5339256" cy="4247315"/>
          </a:xfrm>
          <a:prstGeom prst="rect">
            <a:avLst/>
          </a:prstGeom>
        </p:spPr>
        <p:txBody>
          <a:bodyPr/>
          <a:lstStyle>
            <a:lvl1pPr>
              <a:defRPr b="0" i="0">
                <a:latin typeface="Adelle Sans" panose="02000503000000020004" pitchFamily="2" charset="77"/>
              </a:defRPr>
            </a:lvl1pPr>
            <a:lvl2pPr>
              <a:defRPr b="0" i="0">
                <a:latin typeface="Adelle Sans" panose="02000503000000020004" pitchFamily="2" charset="77"/>
              </a:defRPr>
            </a:lvl2pPr>
            <a:lvl3pPr>
              <a:defRPr b="0" i="0">
                <a:latin typeface="Adelle Sans" panose="02000503000000020004" pitchFamily="2" charset="77"/>
              </a:defRPr>
            </a:lvl3pPr>
            <a:lvl4pPr>
              <a:defRPr b="0" i="0">
                <a:latin typeface="Adelle Sans" panose="02000503000000020004" pitchFamily="2" charset="77"/>
              </a:defRPr>
            </a:lvl4pPr>
            <a:lvl5pPr>
              <a:defRPr b="0" i="0">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E841E47F-9CBC-DD48-8C04-77F3D57C3379}"/>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9" name="Rectangle 8">
            <a:extLst>
              <a:ext uri="{FF2B5EF4-FFF2-40B4-BE49-F238E27FC236}">
                <a16:creationId xmlns:a16="http://schemas.microsoft.com/office/drawing/2014/main" id="{3D2B1C16-A483-9045-B5B4-5312C63A98DF}"/>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2CDC1CD-60B7-3A48-9555-D2A53A2C6D9B}"/>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8F647ED5-144A-1F43-9397-C331DF9F50F5}"/>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Tree>
    <p:extLst>
      <p:ext uri="{BB962C8B-B14F-4D97-AF65-F5344CB8AC3E}">
        <p14:creationId xmlns:p14="http://schemas.microsoft.com/office/powerpoint/2010/main" val="3669641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5601DA-8347-6048-AFC7-B3EE3A4EDB24}"/>
              </a:ext>
            </a:extLst>
          </p:cNvPr>
          <p:cNvSpPr>
            <a:spLocks noGrp="1"/>
          </p:cNvSpPr>
          <p:nvPr>
            <p:ph sz="half" idx="1"/>
          </p:nvPr>
        </p:nvSpPr>
        <p:spPr>
          <a:xfrm>
            <a:off x="525515" y="1161288"/>
            <a:ext cx="11022320" cy="4247315"/>
          </a:xfrm>
          <a:prstGeom prst="rect">
            <a:avLst/>
          </a:prstGeom>
        </p:spPr>
        <p:txBody>
          <a:bodyPr/>
          <a:lstStyle>
            <a:lvl1pPr>
              <a:defRPr b="0" i="0">
                <a:latin typeface="Adelle Sans" panose="02000503000000020004" pitchFamily="2" charset="77"/>
              </a:defRPr>
            </a:lvl1pPr>
            <a:lvl2pPr>
              <a:defRPr b="0" i="0">
                <a:latin typeface="Adelle Sans" panose="02000503000000020004" pitchFamily="2" charset="77"/>
              </a:defRPr>
            </a:lvl2pPr>
            <a:lvl3pPr>
              <a:defRPr b="0" i="0">
                <a:latin typeface="Adelle Sans" panose="02000503000000020004" pitchFamily="2" charset="77"/>
              </a:defRPr>
            </a:lvl3pPr>
            <a:lvl4pPr>
              <a:defRPr b="0" i="0">
                <a:latin typeface="Adelle Sans" panose="02000503000000020004" pitchFamily="2" charset="77"/>
              </a:defRPr>
            </a:lvl4pPr>
            <a:lvl5pPr>
              <a:defRPr b="0" i="0">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E841E47F-9CBC-DD48-8C04-77F3D57C3379}"/>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9" name="Rectangle 8">
            <a:extLst>
              <a:ext uri="{FF2B5EF4-FFF2-40B4-BE49-F238E27FC236}">
                <a16:creationId xmlns:a16="http://schemas.microsoft.com/office/drawing/2014/main" id="{F6293178-3B92-7843-ACDD-A6618DC287B8}"/>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1752F457-B5E3-8F47-95DD-D367B00BA38B}"/>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
        <p:nvSpPr>
          <p:cNvPr id="12" name="Rectangle 11">
            <a:extLst>
              <a:ext uri="{FF2B5EF4-FFF2-40B4-BE49-F238E27FC236}">
                <a16:creationId xmlns:a16="http://schemas.microsoft.com/office/drawing/2014/main" id="{B5FC8432-B0CC-124E-92A6-31C64477B9CF}"/>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9541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5601DA-8347-6048-AFC7-B3EE3A4EDB24}"/>
              </a:ext>
            </a:extLst>
          </p:cNvPr>
          <p:cNvSpPr>
            <a:spLocks noGrp="1"/>
          </p:cNvSpPr>
          <p:nvPr>
            <p:ph sz="half" idx="1"/>
          </p:nvPr>
        </p:nvSpPr>
        <p:spPr>
          <a:xfrm>
            <a:off x="4903304" y="1161288"/>
            <a:ext cx="6763234" cy="2911642"/>
          </a:xfrm>
          <a:prstGeom prst="rect">
            <a:avLst/>
          </a:prstGeom>
        </p:spPr>
        <p:txBody>
          <a:bodyPr/>
          <a:lstStyle>
            <a:lvl1pPr>
              <a:defRPr b="0" i="0">
                <a:latin typeface="Adelle Sans" panose="02000503000000020004" pitchFamily="2" charset="77"/>
              </a:defRPr>
            </a:lvl1pPr>
            <a:lvl2pPr>
              <a:defRPr b="0" i="0">
                <a:latin typeface="Adelle Sans" panose="02000503000000020004" pitchFamily="2" charset="77"/>
              </a:defRPr>
            </a:lvl2pPr>
            <a:lvl3pPr>
              <a:defRPr b="0" i="0">
                <a:latin typeface="Adelle Sans" panose="02000503000000020004" pitchFamily="2" charset="77"/>
              </a:defRPr>
            </a:lvl3pPr>
            <a:lvl4pPr>
              <a:defRPr b="0" i="0">
                <a:latin typeface="Adelle Sans" panose="02000503000000020004" pitchFamily="2" charset="77"/>
              </a:defRPr>
            </a:lvl4pPr>
            <a:lvl5pPr>
              <a:defRPr b="0" i="0">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9B32B816-31A6-5D4A-A375-EC666A89A105}"/>
              </a:ext>
            </a:extLst>
          </p:cNvPr>
          <p:cNvPicPr>
            <a:picLocks noChangeAspect="1"/>
          </p:cNvPicPr>
          <p:nvPr userDrawn="1"/>
        </p:nvPicPr>
        <p:blipFill>
          <a:blip r:embed="rId2"/>
          <a:stretch>
            <a:fillRect/>
          </a:stretch>
        </p:blipFill>
        <p:spPr>
          <a:xfrm>
            <a:off x="961699" y="1161288"/>
            <a:ext cx="3549974" cy="4437468"/>
          </a:xfrm>
          <a:prstGeom prst="rect">
            <a:avLst/>
          </a:prstGeom>
        </p:spPr>
      </p:pic>
      <p:pic>
        <p:nvPicPr>
          <p:cNvPr id="7" name="Picture 6">
            <a:extLst>
              <a:ext uri="{FF2B5EF4-FFF2-40B4-BE49-F238E27FC236}">
                <a16:creationId xmlns:a16="http://schemas.microsoft.com/office/drawing/2014/main" id="{89126C43-57A2-E347-AD98-A4972DDFF024}"/>
              </a:ext>
            </a:extLst>
          </p:cNvPr>
          <p:cNvPicPr>
            <a:picLocks noChangeAspect="1"/>
          </p:cNvPicPr>
          <p:nvPr userDrawn="1"/>
        </p:nvPicPr>
        <p:blipFill rotWithShape="1">
          <a:blip r:embed="rId3"/>
          <a:srcRect r="66281" b="-1742"/>
          <a:stretch/>
        </p:blipFill>
        <p:spPr>
          <a:xfrm>
            <a:off x="275249" y="5904491"/>
            <a:ext cx="686450" cy="732790"/>
          </a:xfrm>
          <a:prstGeom prst="rect">
            <a:avLst/>
          </a:prstGeom>
        </p:spPr>
      </p:pic>
      <p:sp>
        <p:nvSpPr>
          <p:cNvPr id="9" name="Rectangle 8">
            <a:extLst>
              <a:ext uri="{FF2B5EF4-FFF2-40B4-BE49-F238E27FC236}">
                <a16:creationId xmlns:a16="http://schemas.microsoft.com/office/drawing/2014/main" id="{9E068130-E2E2-5E46-8F8E-5AB9C589153C}"/>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76860F66-25E7-8E47-8582-F4D74F2E48F1}"/>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
        <p:nvSpPr>
          <p:cNvPr id="13" name="Rectangle 12">
            <a:extLst>
              <a:ext uri="{FF2B5EF4-FFF2-40B4-BE49-F238E27FC236}">
                <a16:creationId xmlns:a16="http://schemas.microsoft.com/office/drawing/2014/main" id="{48FC791A-95B2-5E41-9A70-75AB9C875165}"/>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37181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C5CA925-A192-0942-8DCB-09514A197750}"/>
              </a:ext>
            </a:extLst>
          </p:cNvPr>
          <p:cNvSpPr>
            <a:spLocks noGrp="1"/>
          </p:cNvSpPr>
          <p:nvPr>
            <p:ph type="body" idx="1"/>
          </p:nvPr>
        </p:nvSpPr>
        <p:spPr>
          <a:xfrm>
            <a:off x="525516" y="1118193"/>
            <a:ext cx="5339256" cy="823912"/>
          </a:xfrm>
          <a:prstGeom prst="rect">
            <a:avLst/>
          </a:prstGeom>
        </p:spPr>
        <p:txBody>
          <a:bodyPr anchor="b">
            <a:normAutofit/>
          </a:bodyPr>
          <a:lstStyle>
            <a:lvl1pPr marL="0" indent="0">
              <a:buNone/>
              <a:defRPr sz="2800" b="1" i="0">
                <a:solidFill>
                  <a:schemeClr val="accent6">
                    <a:lumMod val="50000"/>
                  </a:schemeClr>
                </a:solidFill>
                <a:latin typeface="Proxima Nova Semibold" panose="02000506030000020004"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788494-3E34-F041-B8E4-A88C3ED8C5F9}"/>
              </a:ext>
            </a:extLst>
          </p:cNvPr>
          <p:cNvSpPr>
            <a:spLocks noGrp="1"/>
          </p:cNvSpPr>
          <p:nvPr>
            <p:ph sz="half" idx="2"/>
          </p:nvPr>
        </p:nvSpPr>
        <p:spPr>
          <a:xfrm>
            <a:off x="525516" y="2051473"/>
            <a:ext cx="5339256" cy="3684588"/>
          </a:xfrm>
          <a:prstGeom prst="rect">
            <a:avLst/>
          </a:prstGeom>
        </p:spPr>
        <p:txBody>
          <a:bodyPr/>
          <a:lstStyle>
            <a:lvl1pPr>
              <a:defRPr sz="2000" b="0" i="0">
                <a:latin typeface="Adelle Sans" panose="02000503000000020004" pitchFamily="2" charset="77"/>
              </a:defRPr>
            </a:lvl1pPr>
            <a:lvl2pPr>
              <a:defRPr sz="1800" b="0" i="0">
                <a:solidFill>
                  <a:srgbClr val="525656"/>
                </a:solidFill>
                <a:latin typeface="Adelle Sans" panose="02000503000000020004" pitchFamily="2" charset="77"/>
              </a:defRPr>
            </a:lvl2pPr>
            <a:lvl3pPr>
              <a:defRPr sz="1600" b="0" i="0">
                <a:solidFill>
                  <a:srgbClr val="525656"/>
                </a:solidFill>
                <a:latin typeface="Adelle Sans" panose="02000503000000020004" pitchFamily="2" charset="77"/>
              </a:defRPr>
            </a:lvl3pPr>
            <a:lvl4pPr>
              <a:defRPr b="0" i="0">
                <a:solidFill>
                  <a:srgbClr val="525656"/>
                </a:solidFill>
                <a:latin typeface="Adelle Sans" panose="02000503000000020004" pitchFamily="2" charset="77"/>
              </a:defRPr>
            </a:lvl4pPr>
            <a:lvl5pPr>
              <a:defRPr b="0" i="0">
                <a:solidFill>
                  <a:srgbClr val="525656"/>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51CB6872-94EB-EB45-BDBF-F7D3974C9DE4}"/>
              </a:ext>
            </a:extLst>
          </p:cNvPr>
          <p:cNvSpPr>
            <a:spLocks noGrp="1"/>
          </p:cNvSpPr>
          <p:nvPr>
            <p:ph sz="half" idx="13"/>
          </p:nvPr>
        </p:nvSpPr>
        <p:spPr>
          <a:xfrm>
            <a:off x="6358758" y="2051473"/>
            <a:ext cx="5339256" cy="3684588"/>
          </a:xfrm>
          <a:prstGeom prst="rect">
            <a:avLst/>
          </a:prstGeom>
        </p:spPr>
        <p:txBody>
          <a:bodyPr/>
          <a:lstStyle>
            <a:lvl1pPr>
              <a:defRPr b="0" i="0">
                <a:latin typeface="Adelle Sans" panose="02000503000000020004" pitchFamily="2" charset="77"/>
              </a:defRPr>
            </a:lvl1pPr>
            <a:lvl2pPr>
              <a:defRPr b="0" i="0">
                <a:solidFill>
                  <a:srgbClr val="525656"/>
                </a:solidFill>
                <a:latin typeface="Adelle Sans" panose="02000503000000020004" pitchFamily="2" charset="77"/>
              </a:defRPr>
            </a:lvl2pPr>
            <a:lvl3pPr>
              <a:defRPr b="0" i="0">
                <a:solidFill>
                  <a:srgbClr val="525656"/>
                </a:solidFill>
                <a:latin typeface="Adelle Sans" panose="02000503000000020004" pitchFamily="2" charset="77"/>
              </a:defRPr>
            </a:lvl3pPr>
            <a:lvl4pPr>
              <a:defRPr b="0" i="0">
                <a:solidFill>
                  <a:srgbClr val="525656"/>
                </a:solidFill>
                <a:latin typeface="Adelle Sans" panose="02000503000000020004" pitchFamily="2" charset="77"/>
              </a:defRPr>
            </a:lvl4pPr>
            <a:lvl5pPr>
              <a:defRPr b="0" i="0">
                <a:solidFill>
                  <a:srgbClr val="525656"/>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6" name="Picture 15">
            <a:extLst>
              <a:ext uri="{FF2B5EF4-FFF2-40B4-BE49-F238E27FC236}">
                <a16:creationId xmlns:a16="http://schemas.microsoft.com/office/drawing/2014/main" id="{4DDE1C7E-4CC2-C942-8FC1-BE8CDAB37DB2}"/>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17" name="Text Placeholder 2">
            <a:extLst>
              <a:ext uri="{FF2B5EF4-FFF2-40B4-BE49-F238E27FC236}">
                <a16:creationId xmlns:a16="http://schemas.microsoft.com/office/drawing/2014/main" id="{3E3E685A-2A2D-6D4B-90D0-C351A9D72C70}"/>
              </a:ext>
            </a:extLst>
          </p:cNvPr>
          <p:cNvSpPr>
            <a:spLocks noGrp="1"/>
          </p:cNvSpPr>
          <p:nvPr>
            <p:ph type="body" idx="14"/>
          </p:nvPr>
        </p:nvSpPr>
        <p:spPr>
          <a:xfrm>
            <a:off x="6358758" y="1118193"/>
            <a:ext cx="5339256" cy="823912"/>
          </a:xfrm>
          <a:prstGeom prst="rect">
            <a:avLst/>
          </a:prstGeom>
        </p:spPr>
        <p:txBody>
          <a:bodyPr anchor="b">
            <a:normAutofit/>
          </a:bodyPr>
          <a:lstStyle>
            <a:lvl1pPr marL="0" indent="0">
              <a:buNone/>
              <a:defRPr sz="2800" b="1" i="0">
                <a:solidFill>
                  <a:schemeClr val="accent6">
                    <a:lumMod val="50000"/>
                  </a:schemeClr>
                </a:solidFill>
                <a:latin typeface="Proxima Nova Semibold" panose="02000506030000020004"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Rectangle 10">
            <a:extLst>
              <a:ext uri="{FF2B5EF4-FFF2-40B4-BE49-F238E27FC236}">
                <a16:creationId xmlns:a16="http://schemas.microsoft.com/office/drawing/2014/main" id="{1DAAE57A-FE05-9C4D-864E-23C54D16BF2F}"/>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A55EC85A-83D7-754F-92C5-D85306B21964}"/>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
        <p:nvSpPr>
          <p:cNvPr id="14" name="Rectangle 13">
            <a:extLst>
              <a:ext uri="{FF2B5EF4-FFF2-40B4-BE49-F238E27FC236}">
                <a16:creationId xmlns:a16="http://schemas.microsoft.com/office/drawing/2014/main" id="{2E895DC7-61FB-464B-A0D1-046B8C0906C9}"/>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392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1FF22C-90B2-C248-AC4E-B2382376A131}"/>
              </a:ext>
            </a:extLst>
          </p:cNvPr>
          <p:cNvPicPr>
            <a:picLocks noChangeAspect="1"/>
          </p:cNvPicPr>
          <p:nvPr/>
        </p:nvPicPr>
        <p:blipFill rotWithShape="1">
          <a:blip r:embed="rId2"/>
          <a:srcRect r="66281" b="-1742"/>
          <a:stretch/>
        </p:blipFill>
        <p:spPr>
          <a:xfrm>
            <a:off x="275249" y="5904491"/>
            <a:ext cx="686450" cy="732790"/>
          </a:xfrm>
          <a:prstGeom prst="rect">
            <a:avLst/>
          </a:prstGeom>
        </p:spPr>
      </p:pic>
      <p:pic>
        <p:nvPicPr>
          <p:cNvPr id="15" name="Picture 14">
            <a:extLst>
              <a:ext uri="{FF2B5EF4-FFF2-40B4-BE49-F238E27FC236}">
                <a16:creationId xmlns:a16="http://schemas.microsoft.com/office/drawing/2014/main" id="{4870C5A3-B0F2-B343-A1A8-822AF0AFBF36}"/>
              </a:ext>
            </a:extLst>
          </p:cNvPr>
          <p:cNvPicPr>
            <a:picLocks noChangeAspect="1"/>
          </p:cNvPicPr>
          <p:nvPr userDrawn="1"/>
        </p:nvPicPr>
        <p:blipFill>
          <a:blip r:embed="rId3"/>
          <a:stretch>
            <a:fillRect/>
          </a:stretch>
        </p:blipFill>
        <p:spPr>
          <a:xfrm>
            <a:off x="6334540" y="1530094"/>
            <a:ext cx="5501262" cy="1943146"/>
          </a:xfrm>
          <a:prstGeom prst="rect">
            <a:avLst/>
          </a:prstGeom>
        </p:spPr>
      </p:pic>
      <p:sp>
        <p:nvSpPr>
          <p:cNvPr id="11" name="Rectangle 10">
            <a:extLst>
              <a:ext uri="{FF2B5EF4-FFF2-40B4-BE49-F238E27FC236}">
                <a16:creationId xmlns:a16="http://schemas.microsoft.com/office/drawing/2014/main" id="{537D7183-C54B-2B4D-B36F-3DFB8F31E7F4}"/>
              </a:ext>
            </a:extLst>
          </p:cNvPr>
          <p:cNvSpPr/>
          <p:nvPr userDrawn="1"/>
        </p:nvSpPr>
        <p:spPr>
          <a:xfrm>
            <a:off x="73152" y="7315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1A31B2F-9578-7B4B-A18A-143A08D25286}"/>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2">
            <a:extLst>
              <a:ext uri="{FF2B5EF4-FFF2-40B4-BE49-F238E27FC236}">
                <a16:creationId xmlns:a16="http://schemas.microsoft.com/office/drawing/2014/main" id="{87395722-9303-174D-ADA2-E8CEB2DD285E}"/>
              </a:ext>
            </a:extLst>
          </p:cNvPr>
          <p:cNvSpPr>
            <a:spLocks noGrp="1"/>
          </p:cNvSpPr>
          <p:nvPr>
            <p:ph type="body" idx="1"/>
          </p:nvPr>
        </p:nvSpPr>
        <p:spPr>
          <a:xfrm>
            <a:off x="525516" y="1118193"/>
            <a:ext cx="5339256" cy="823912"/>
          </a:xfrm>
          <a:prstGeom prst="rect">
            <a:avLst/>
          </a:prstGeom>
        </p:spPr>
        <p:txBody>
          <a:bodyPr anchor="b">
            <a:normAutofit/>
          </a:bodyPr>
          <a:lstStyle>
            <a:lvl1pPr marL="0" indent="0">
              <a:buNone/>
              <a:defRPr sz="2800" b="1" i="0">
                <a:solidFill>
                  <a:schemeClr val="accent6">
                    <a:lumMod val="50000"/>
                  </a:schemeClr>
                </a:solidFill>
                <a:latin typeface="Proxima Nova Semibold" panose="02000506030000020004"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3">
            <a:extLst>
              <a:ext uri="{FF2B5EF4-FFF2-40B4-BE49-F238E27FC236}">
                <a16:creationId xmlns:a16="http://schemas.microsoft.com/office/drawing/2014/main" id="{AC5BA04E-B66F-8A48-943B-662CC114090B}"/>
              </a:ext>
            </a:extLst>
          </p:cNvPr>
          <p:cNvSpPr>
            <a:spLocks noGrp="1"/>
          </p:cNvSpPr>
          <p:nvPr>
            <p:ph sz="half" idx="2"/>
          </p:nvPr>
        </p:nvSpPr>
        <p:spPr>
          <a:xfrm>
            <a:off x="525516" y="2051473"/>
            <a:ext cx="5339256" cy="3684588"/>
          </a:xfrm>
          <a:prstGeom prst="rect">
            <a:avLst/>
          </a:prstGeom>
        </p:spPr>
        <p:txBody>
          <a:bodyPr/>
          <a:lstStyle>
            <a:lvl1pPr>
              <a:defRPr sz="2000" b="0" i="0">
                <a:latin typeface="Adelle Sans" panose="02000503000000020004" pitchFamily="2" charset="77"/>
              </a:defRPr>
            </a:lvl1pPr>
            <a:lvl2pPr>
              <a:defRPr sz="1800" b="0" i="0">
                <a:solidFill>
                  <a:srgbClr val="525656"/>
                </a:solidFill>
                <a:latin typeface="Adelle Sans" panose="02000503000000020004" pitchFamily="2" charset="77"/>
              </a:defRPr>
            </a:lvl2pPr>
            <a:lvl3pPr>
              <a:defRPr sz="1600" b="0" i="0">
                <a:solidFill>
                  <a:srgbClr val="525656"/>
                </a:solidFill>
                <a:latin typeface="Adelle Sans" panose="02000503000000020004" pitchFamily="2" charset="77"/>
              </a:defRPr>
            </a:lvl3pPr>
            <a:lvl4pPr>
              <a:defRPr b="0" i="0">
                <a:solidFill>
                  <a:srgbClr val="525656"/>
                </a:solidFill>
                <a:latin typeface="Adelle Sans" panose="02000503000000020004" pitchFamily="2" charset="77"/>
              </a:defRPr>
            </a:lvl4pPr>
            <a:lvl5pPr>
              <a:defRPr b="0" i="0">
                <a:solidFill>
                  <a:srgbClr val="525656"/>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a:extLst>
              <a:ext uri="{FF2B5EF4-FFF2-40B4-BE49-F238E27FC236}">
                <a16:creationId xmlns:a16="http://schemas.microsoft.com/office/drawing/2014/main" id="{5D8779A3-A4DE-484C-BE3C-DB7ADCD25B3F}"/>
              </a:ext>
            </a:extLst>
          </p:cNvPr>
          <p:cNvSpPr>
            <a:spLocks noGrp="1"/>
          </p:cNvSpPr>
          <p:nvPr>
            <p:ph type="title"/>
          </p:nvPr>
        </p:nvSpPr>
        <p:spPr>
          <a:xfrm>
            <a:off x="507124" y="-18288"/>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Tree>
    <p:extLst>
      <p:ext uri="{BB962C8B-B14F-4D97-AF65-F5344CB8AC3E}">
        <p14:creationId xmlns:p14="http://schemas.microsoft.com/office/powerpoint/2010/main" val="1582437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accent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85BD484-3EA0-2E4E-A60B-8C347D911C8D}"/>
              </a:ext>
            </a:extLst>
          </p:cNvPr>
          <p:cNvSpPr/>
          <p:nvPr/>
        </p:nvSpPr>
        <p:spPr>
          <a:xfrm>
            <a:off x="73152" y="73152"/>
            <a:ext cx="12037568" cy="6713728"/>
          </a:xfrm>
          <a:prstGeom prst="rect">
            <a:avLst/>
          </a:prstGeom>
          <a:solidFill>
            <a:srgbClr val="151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noFill/>
              </a:rPr>
              <a:t>     </a:t>
            </a:r>
          </a:p>
        </p:txBody>
      </p:sp>
      <p:sp>
        <p:nvSpPr>
          <p:cNvPr id="7" name="Content Placeholder 2">
            <a:extLst>
              <a:ext uri="{FF2B5EF4-FFF2-40B4-BE49-F238E27FC236}">
                <a16:creationId xmlns:a16="http://schemas.microsoft.com/office/drawing/2014/main" id="{9795B372-A8BB-B64B-AD18-74876C5FBE69}"/>
              </a:ext>
            </a:extLst>
          </p:cNvPr>
          <p:cNvSpPr>
            <a:spLocks noGrp="1"/>
          </p:cNvSpPr>
          <p:nvPr>
            <p:ph idx="1"/>
          </p:nvPr>
        </p:nvSpPr>
        <p:spPr>
          <a:xfrm>
            <a:off x="507124" y="1161288"/>
            <a:ext cx="10943431" cy="4410031"/>
          </a:xfrm>
          <a:prstGeom prst="rect">
            <a:avLst/>
          </a:prstGeom>
        </p:spPr>
        <p:txBody>
          <a:bodyPr/>
          <a:lstStyle>
            <a:lvl1pPr>
              <a:defRPr b="0" i="0">
                <a:solidFill>
                  <a:schemeClr val="bg1"/>
                </a:solidFill>
                <a:latin typeface="Adelle Sans" panose="02000503000000020004" pitchFamily="2" charset="77"/>
              </a:defRPr>
            </a:lvl1pPr>
            <a:lvl2pPr>
              <a:defRPr b="0" i="0">
                <a:solidFill>
                  <a:schemeClr val="bg1"/>
                </a:solidFill>
                <a:latin typeface="Adelle Sans" panose="02000503000000020004" pitchFamily="2" charset="77"/>
              </a:defRPr>
            </a:lvl2pPr>
            <a:lvl3pPr>
              <a:defRPr b="0" i="0">
                <a:solidFill>
                  <a:schemeClr val="bg1"/>
                </a:solidFill>
                <a:latin typeface="Adelle Sans" panose="02000503000000020004" pitchFamily="2" charset="77"/>
              </a:defRPr>
            </a:lvl3pPr>
            <a:lvl4pPr>
              <a:defRPr b="0" i="0">
                <a:solidFill>
                  <a:schemeClr val="bg1"/>
                </a:solidFill>
                <a:latin typeface="Adelle Sans" panose="02000503000000020004" pitchFamily="2" charset="77"/>
              </a:defRPr>
            </a:lvl4pPr>
            <a:lvl5pPr>
              <a:defRPr b="0" i="0">
                <a:solidFill>
                  <a:schemeClr val="bg1"/>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Picture 10">
            <a:extLst>
              <a:ext uri="{FF2B5EF4-FFF2-40B4-BE49-F238E27FC236}">
                <a16:creationId xmlns:a16="http://schemas.microsoft.com/office/drawing/2014/main" id="{28D42F22-D84C-BA44-A88C-5F7DF96918F8}"/>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8" name="Title 1">
            <a:extLst>
              <a:ext uri="{FF2B5EF4-FFF2-40B4-BE49-F238E27FC236}">
                <a16:creationId xmlns:a16="http://schemas.microsoft.com/office/drawing/2014/main" id="{F1B5676D-862E-0E47-9C05-7682B86B57E3}"/>
              </a:ext>
            </a:extLst>
          </p:cNvPr>
          <p:cNvSpPr>
            <a:spLocks noGrp="1"/>
          </p:cNvSpPr>
          <p:nvPr>
            <p:ph type="title"/>
          </p:nvPr>
        </p:nvSpPr>
        <p:spPr>
          <a:xfrm>
            <a:off x="507124" y="-18288"/>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Tree>
    <p:extLst>
      <p:ext uri="{BB962C8B-B14F-4D97-AF65-F5344CB8AC3E}">
        <p14:creationId xmlns:p14="http://schemas.microsoft.com/office/powerpoint/2010/main" val="4022474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F04465-AABC-3A4F-8FC9-8995FEDCDC6F}"/>
              </a:ext>
            </a:extLst>
          </p:cNvPr>
          <p:cNvSpPr/>
          <p:nvPr/>
        </p:nvSpPr>
        <p:spPr>
          <a:xfrm>
            <a:off x="76200" y="76202"/>
            <a:ext cx="8839200" cy="6674095"/>
          </a:xfrm>
          <a:prstGeom prst="rect">
            <a:avLst/>
          </a:prstGeom>
          <a:solidFill>
            <a:srgbClr val="15194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1EFD6FA-B95F-4B4E-B8E9-6AA2FC82158D}"/>
              </a:ext>
            </a:extLst>
          </p:cNvPr>
          <p:cNvPicPr>
            <a:picLocks noChangeAspect="1"/>
          </p:cNvPicPr>
          <p:nvPr/>
        </p:nvPicPr>
        <p:blipFill rotWithShape="1">
          <a:blip r:embed="rId2"/>
          <a:srcRect r="66281" b="-1742"/>
          <a:stretch/>
        </p:blipFill>
        <p:spPr>
          <a:xfrm>
            <a:off x="275249" y="5904491"/>
            <a:ext cx="686450" cy="732790"/>
          </a:xfrm>
          <a:prstGeom prst="rect">
            <a:avLst/>
          </a:prstGeom>
        </p:spPr>
      </p:pic>
      <p:pic>
        <p:nvPicPr>
          <p:cNvPr id="3" name="Picture 2">
            <a:extLst>
              <a:ext uri="{FF2B5EF4-FFF2-40B4-BE49-F238E27FC236}">
                <a16:creationId xmlns:a16="http://schemas.microsoft.com/office/drawing/2014/main" id="{FAE481BF-4009-2943-A1EB-415987851989}"/>
              </a:ext>
            </a:extLst>
          </p:cNvPr>
          <p:cNvPicPr>
            <a:picLocks noChangeAspect="1"/>
          </p:cNvPicPr>
          <p:nvPr userDrawn="1"/>
        </p:nvPicPr>
        <p:blipFill>
          <a:blip r:embed="rId3"/>
          <a:stretch>
            <a:fillRect/>
          </a:stretch>
        </p:blipFill>
        <p:spPr>
          <a:xfrm>
            <a:off x="8763000" y="0"/>
            <a:ext cx="3429000" cy="6858000"/>
          </a:xfrm>
          <a:prstGeom prst="rect">
            <a:avLst/>
          </a:prstGeom>
        </p:spPr>
      </p:pic>
      <p:sp>
        <p:nvSpPr>
          <p:cNvPr id="7" name="Content Placeholder 2">
            <a:extLst>
              <a:ext uri="{FF2B5EF4-FFF2-40B4-BE49-F238E27FC236}">
                <a16:creationId xmlns:a16="http://schemas.microsoft.com/office/drawing/2014/main" id="{8C2C405E-EB31-5040-A5D4-B62FD78591E1}"/>
              </a:ext>
            </a:extLst>
          </p:cNvPr>
          <p:cNvSpPr>
            <a:spLocks noGrp="1"/>
          </p:cNvSpPr>
          <p:nvPr>
            <p:ph idx="1"/>
          </p:nvPr>
        </p:nvSpPr>
        <p:spPr>
          <a:xfrm>
            <a:off x="507125" y="1161288"/>
            <a:ext cx="7668688" cy="4410031"/>
          </a:xfrm>
          <a:prstGeom prst="rect">
            <a:avLst/>
          </a:prstGeom>
        </p:spPr>
        <p:txBody>
          <a:bodyPr/>
          <a:lstStyle>
            <a:lvl1pPr>
              <a:defRPr b="0" i="0">
                <a:solidFill>
                  <a:schemeClr val="bg1"/>
                </a:solidFill>
                <a:latin typeface="Adelle Sans" panose="02000503000000020004" pitchFamily="2" charset="77"/>
              </a:defRPr>
            </a:lvl1pPr>
            <a:lvl2pPr>
              <a:defRPr b="0" i="0">
                <a:solidFill>
                  <a:schemeClr val="bg1"/>
                </a:solidFill>
                <a:latin typeface="Adelle Sans" panose="02000503000000020004" pitchFamily="2" charset="77"/>
              </a:defRPr>
            </a:lvl2pPr>
            <a:lvl3pPr>
              <a:defRPr b="0" i="0">
                <a:solidFill>
                  <a:schemeClr val="bg1"/>
                </a:solidFill>
                <a:latin typeface="Adelle Sans" panose="02000503000000020004" pitchFamily="2" charset="77"/>
              </a:defRPr>
            </a:lvl3pPr>
            <a:lvl4pPr>
              <a:defRPr b="0" i="0">
                <a:solidFill>
                  <a:schemeClr val="bg1"/>
                </a:solidFill>
                <a:latin typeface="Adelle Sans" panose="02000503000000020004" pitchFamily="2" charset="77"/>
              </a:defRPr>
            </a:lvl4pPr>
            <a:lvl5pPr>
              <a:defRPr b="0" i="0">
                <a:solidFill>
                  <a:schemeClr val="bg1"/>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a:extLst>
              <a:ext uri="{FF2B5EF4-FFF2-40B4-BE49-F238E27FC236}">
                <a16:creationId xmlns:a16="http://schemas.microsoft.com/office/drawing/2014/main" id="{F9E52FE2-18BD-AE42-8568-24AFE8F2EC8F}"/>
              </a:ext>
            </a:extLst>
          </p:cNvPr>
          <p:cNvSpPr>
            <a:spLocks noGrp="1"/>
          </p:cNvSpPr>
          <p:nvPr>
            <p:ph type="title"/>
          </p:nvPr>
        </p:nvSpPr>
        <p:spPr>
          <a:xfrm>
            <a:off x="507124" y="-18288"/>
            <a:ext cx="7668689"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Tree>
    <p:extLst>
      <p:ext uri="{BB962C8B-B14F-4D97-AF65-F5344CB8AC3E}">
        <p14:creationId xmlns:p14="http://schemas.microsoft.com/office/powerpoint/2010/main" val="41322210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HORT Bullets and Image">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6205AC-B058-5249-8CA7-CB5ED13997D4}"/>
              </a:ext>
            </a:extLst>
          </p:cNvPr>
          <p:cNvPicPr>
            <a:picLocks noChangeAspect="1"/>
          </p:cNvPicPr>
          <p:nvPr/>
        </p:nvPicPr>
        <p:blipFill rotWithShape="1">
          <a:blip r:embed="rId2"/>
          <a:srcRect r="66281" b="-1742"/>
          <a:stretch/>
        </p:blipFill>
        <p:spPr>
          <a:xfrm>
            <a:off x="275249" y="5904491"/>
            <a:ext cx="686450" cy="732790"/>
          </a:xfrm>
          <a:prstGeom prst="rect">
            <a:avLst/>
          </a:prstGeom>
        </p:spPr>
      </p:pic>
      <p:pic>
        <p:nvPicPr>
          <p:cNvPr id="6" name="Picture 5">
            <a:extLst>
              <a:ext uri="{FF2B5EF4-FFF2-40B4-BE49-F238E27FC236}">
                <a16:creationId xmlns:a16="http://schemas.microsoft.com/office/drawing/2014/main" id="{0FBEC28D-04BA-104A-BA4B-BC3FEFA7E2D7}"/>
              </a:ext>
            </a:extLst>
          </p:cNvPr>
          <p:cNvPicPr>
            <a:picLocks noChangeAspect="1"/>
          </p:cNvPicPr>
          <p:nvPr userDrawn="1"/>
        </p:nvPicPr>
        <p:blipFill>
          <a:blip r:embed="rId3"/>
          <a:stretch>
            <a:fillRect/>
          </a:stretch>
        </p:blipFill>
        <p:spPr>
          <a:xfrm>
            <a:off x="6374771" y="1124903"/>
            <a:ext cx="4576693" cy="4576693"/>
          </a:xfrm>
          <a:prstGeom prst="rect">
            <a:avLst/>
          </a:prstGeom>
        </p:spPr>
      </p:pic>
      <p:sp>
        <p:nvSpPr>
          <p:cNvPr id="7" name="Content Placeholder 3">
            <a:extLst>
              <a:ext uri="{FF2B5EF4-FFF2-40B4-BE49-F238E27FC236}">
                <a16:creationId xmlns:a16="http://schemas.microsoft.com/office/drawing/2014/main" id="{2C8D256E-5B00-D64D-A0EC-80D6BD5541DA}"/>
              </a:ext>
            </a:extLst>
          </p:cNvPr>
          <p:cNvSpPr>
            <a:spLocks noGrp="1"/>
          </p:cNvSpPr>
          <p:nvPr>
            <p:ph sz="half" idx="2"/>
          </p:nvPr>
        </p:nvSpPr>
        <p:spPr>
          <a:xfrm>
            <a:off x="525463" y="1161288"/>
            <a:ext cx="4826825" cy="3834805"/>
          </a:xfrm>
          <a:prstGeom prst="rect">
            <a:avLst/>
          </a:prstGeom>
        </p:spPr>
        <p:txBody>
          <a:bodyPr/>
          <a:lstStyle>
            <a:lvl1pPr>
              <a:defRPr sz="2000" b="0" i="0">
                <a:latin typeface="Adelle Sans" panose="02000503000000020004" pitchFamily="2" charset="77"/>
              </a:defRPr>
            </a:lvl1pPr>
            <a:lvl2pPr>
              <a:defRPr sz="1800" b="0" i="0">
                <a:solidFill>
                  <a:srgbClr val="525656"/>
                </a:solidFill>
                <a:latin typeface="Adelle Sans" panose="02000503000000020004" pitchFamily="2" charset="77"/>
              </a:defRPr>
            </a:lvl2pPr>
            <a:lvl3pPr>
              <a:defRPr sz="1600" b="0" i="0">
                <a:solidFill>
                  <a:srgbClr val="525656"/>
                </a:solidFill>
                <a:latin typeface="Adelle Sans" panose="02000503000000020004" pitchFamily="2" charset="77"/>
              </a:defRPr>
            </a:lvl3pPr>
            <a:lvl4pPr>
              <a:defRPr b="0" i="0">
                <a:solidFill>
                  <a:srgbClr val="525656"/>
                </a:solidFill>
                <a:latin typeface="Adelle Sans" panose="02000503000000020004" pitchFamily="2" charset="77"/>
              </a:defRPr>
            </a:lvl4pPr>
            <a:lvl5pPr>
              <a:defRPr b="0" i="0">
                <a:solidFill>
                  <a:srgbClr val="525656"/>
                </a:solidFill>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CB7573F1-14B9-C145-93E8-D66D31701A10}"/>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940DA479-972A-AC44-8FF3-6E03BA01F7CA}"/>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
        <p:nvSpPr>
          <p:cNvPr id="16" name="Rectangle 15">
            <a:extLst>
              <a:ext uri="{FF2B5EF4-FFF2-40B4-BE49-F238E27FC236}">
                <a16:creationId xmlns:a16="http://schemas.microsoft.com/office/drawing/2014/main" id="{95658B93-7979-CF45-802B-A99C6576E858}"/>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43803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Line Title">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6205AC-B058-5249-8CA7-CB5ED13997D4}"/>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6" name="Rectangle 5">
            <a:extLst>
              <a:ext uri="{FF2B5EF4-FFF2-40B4-BE49-F238E27FC236}">
                <a16:creationId xmlns:a16="http://schemas.microsoft.com/office/drawing/2014/main" id="{516A5AF1-5967-884E-BB29-5EAC91B62B4B}"/>
              </a:ext>
            </a:extLst>
          </p:cNvPr>
          <p:cNvSpPr/>
          <p:nvPr userDrawn="1"/>
        </p:nvSpPr>
        <p:spPr>
          <a:xfrm>
            <a:off x="76200" y="76201"/>
            <a:ext cx="12039600" cy="12283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EE2573F-BD73-B044-8C4C-CB67550B3DF3}"/>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F82F6E4A-1F7B-5B40-9689-E5E7AB056842}"/>
              </a:ext>
            </a:extLst>
          </p:cNvPr>
          <p:cNvSpPr>
            <a:spLocks noGrp="1"/>
          </p:cNvSpPr>
          <p:nvPr>
            <p:ph sz="half" idx="1"/>
          </p:nvPr>
        </p:nvSpPr>
        <p:spPr>
          <a:xfrm>
            <a:off x="525515" y="1463040"/>
            <a:ext cx="11022320" cy="4247315"/>
          </a:xfrm>
          <a:prstGeom prst="rect">
            <a:avLst/>
          </a:prstGeom>
        </p:spPr>
        <p:txBody>
          <a:bodyPr/>
          <a:lstStyle>
            <a:lvl1pPr>
              <a:defRPr b="0" i="0">
                <a:latin typeface="Adelle Sans" panose="02000503000000020004" pitchFamily="2" charset="77"/>
              </a:defRPr>
            </a:lvl1pPr>
            <a:lvl2pPr>
              <a:defRPr b="0" i="0">
                <a:latin typeface="Adelle Sans" panose="02000503000000020004" pitchFamily="2" charset="77"/>
              </a:defRPr>
            </a:lvl2pPr>
            <a:lvl3pPr>
              <a:defRPr b="0" i="0">
                <a:latin typeface="Adelle Sans" panose="02000503000000020004" pitchFamily="2" charset="77"/>
              </a:defRPr>
            </a:lvl3pPr>
            <a:lvl4pPr>
              <a:defRPr b="0" i="0">
                <a:latin typeface="Adelle Sans" panose="02000503000000020004" pitchFamily="2" charset="77"/>
              </a:defRPr>
            </a:lvl4pPr>
            <a:lvl5pPr>
              <a:defRPr b="0" i="0">
                <a:latin typeface="Adelle Sans" panose="02000503000000020004"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426AB305-7FA0-2C41-ADCF-834278ABE42F}"/>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Tree>
    <p:extLst>
      <p:ext uri="{BB962C8B-B14F-4D97-AF65-F5344CB8AC3E}">
        <p14:creationId xmlns:p14="http://schemas.microsoft.com/office/powerpoint/2010/main" val="4278848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with Title">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6205AC-B058-5249-8CA7-CB5ED13997D4}"/>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6" name="Rectangle 5">
            <a:extLst>
              <a:ext uri="{FF2B5EF4-FFF2-40B4-BE49-F238E27FC236}">
                <a16:creationId xmlns:a16="http://schemas.microsoft.com/office/drawing/2014/main" id="{516A5AF1-5967-884E-BB29-5EAC91B62B4B}"/>
              </a:ext>
            </a:extLst>
          </p:cNvPr>
          <p:cNvSpPr/>
          <p:nvPr userDrawn="1"/>
        </p:nvSpPr>
        <p:spPr>
          <a:xfrm>
            <a:off x="76200" y="76202"/>
            <a:ext cx="12039600" cy="8458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CA705E69-3D25-EF43-9B57-0C3AC1F5FCD1}"/>
              </a:ext>
            </a:extLst>
          </p:cNvPr>
          <p:cNvSpPr>
            <a:spLocks noGrp="1"/>
          </p:cNvSpPr>
          <p:nvPr>
            <p:ph type="title"/>
          </p:nvPr>
        </p:nvSpPr>
        <p:spPr>
          <a:xfrm>
            <a:off x="507124" y="-21891"/>
            <a:ext cx="11175123" cy="1041991"/>
          </a:xfrm>
          <a:prstGeom prst="rect">
            <a:avLst/>
          </a:prstGeom>
        </p:spPr>
        <p:txBody>
          <a:bodyPr>
            <a:normAutofit/>
          </a:bodyPr>
          <a:lstStyle>
            <a:lvl1pPr>
              <a:defRPr sz="3200" b="1" i="0">
                <a:solidFill>
                  <a:schemeClr val="bg1"/>
                </a:solidFill>
                <a:latin typeface="Proxima Nova" panose="02000506030000020004" pitchFamily="2" charset="0"/>
              </a:defRPr>
            </a:lvl1pPr>
          </a:lstStyle>
          <a:p>
            <a:r>
              <a:rPr lang="en-US"/>
              <a:t>Click to edit Master title style</a:t>
            </a:r>
          </a:p>
        </p:txBody>
      </p:sp>
      <p:sp>
        <p:nvSpPr>
          <p:cNvPr id="8" name="Rectangle 7">
            <a:extLst>
              <a:ext uri="{FF2B5EF4-FFF2-40B4-BE49-F238E27FC236}">
                <a16:creationId xmlns:a16="http://schemas.microsoft.com/office/drawing/2014/main" id="{FEE2573F-BD73-B044-8C4C-CB67550B3DF3}"/>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5061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Alternate">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6205AC-B058-5249-8CA7-CB5ED13997D4}"/>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6" name="Rectangle 5">
            <a:extLst>
              <a:ext uri="{FF2B5EF4-FFF2-40B4-BE49-F238E27FC236}">
                <a16:creationId xmlns:a16="http://schemas.microsoft.com/office/drawing/2014/main" id="{5F96A518-3E71-3F41-B51D-F3F8D63F1B01}"/>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81294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No Bar Title with Content">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6205AC-B058-5249-8CA7-CB5ED13997D4}"/>
              </a:ext>
            </a:extLst>
          </p:cNvPr>
          <p:cNvPicPr>
            <a:picLocks noChangeAspect="1"/>
          </p:cNvPicPr>
          <p:nvPr/>
        </p:nvPicPr>
        <p:blipFill rotWithShape="1">
          <a:blip r:embed="rId2"/>
          <a:srcRect r="66281" b="-1742"/>
          <a:stretch/>
        </p:blipFill>
        <p:spPr>
          <a:xfrm>
            <a:off x="275249" y="5904491"/>
            <a:ext cx="686450" cy="732790"/>
          </a:xfrm>
          <a:prstGeom prst="rect">
            <a:avLst/>
          </a:prstGeom>
        </p:spPr>
      </p:pic>
      <p:sp>
        <p:nvSpPr>
          <p:cNvPr id="4" name="Title Placeholder 1">
            <a:extLst>
              <a:ext uri="{FF2B5EF4-FFF2-40B4-BE49-F238E27FC236}">
                <a16:creationId xmlns:a16="http://schemas.microsoft.com/office/drawing/2014/main" id="{CABD4948-F528-774E-A210-25D1BE40C1F5}"/>
              </a:ext>
            </a:extLst>
          </p:cNvPr>
          <p:cNvSpPr>
            <a:spLocks noGrp="1"/>
          </p:cNvSpPr>
          <p:nvPr>
            <p:ph type="title"/>
          </p:nvPr>
        </p:nvSpPr>
        <p:spPr>
          <a:xfrm>
            <a:off x="618474" y="261082"/>
            <a:ext cx="10515600" cy="798350"/>
          </a:xfrm>
          <a:prstGeom prst="rect">
            <a:avLst/>
          </a:prstGeom>
        </p:spPr>
        <p:txBody>
          <a:bodyPr vert="horz" lIns="91440" tIns="45720" rIns="91440" bIns="45720" rtlCol="0" anchor="ctr">
            <a:normAutofit/>
          </a:bodyPr>
          <a:lstStyle/>
          <a:p>
            <a:r>
              <a:rPr lang="en-US"/>
              <a:t>Click to edit Master title style</a:t>
            </a:r>
          </a:p>
        </p:txBody>
      </p:sp>
      <p:sp>
        <p:nvSpPr>
          <p:cNvPr id="5" name="Text Placeholder 2">
            <a:extLst>
              <a:ext uri="{FF2B5EF4-FFF2-40B4-BE49-F238E27FC236}">
                <a16:creationId xmlns:a16="http://schemas.microsoft.com/office/drawing/2014/main" id="{DB2080D5-BCF5-0642-B066-3A2589E22EDC}"/>
              </a:ext>
            </a:extLst>
          </p:cNvPr>
          <p:cNvSpPr>
            <a:spLocks noGrp="1"/>
          </p:cNvSpPr>
          <p:nvPr>
            <p:ph idx="1"/>
          </p:nvPr>
        </p:nvSpPr>
        <p:spPr>
          <a:xfrm>
            <a:off x="618474" y="1359698"/>
            <a:ext cx="10515600" cy="41495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0DD70B3E-6C46-734E-BC63-4349922825C1}"/>
              </a:ext>
            </a:extLst>
          </p:cNvPr>
          <p:cNvSpPr/>
          <p:nvPr userDrawn="1"/>
        </p:nvSpPr>
        <p:spPr>
          <a:xfrm>
            <a:off x="0" y="6781798"/>
            <a:ext cx="12192000" cy="76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5059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D46A-D5FE-DB4E-9784-A54A02D89FD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7379968-F075-E745-9452-7E0CAAC6C2C1}"/>
              </a:ext>
            </a:extLst>
          </p:cNvPr>
          <p:cNvSpPr>
            <a:spLocks noGrp="1"/>
          </p:cNvSpPr>
          <p:nvPr>
            <p:ph type="body" orient="vert" idx="1"/>
          </p:nvPr>
        </p:nvSpPr>
        <p:spPr>
          <a:xfrm>
            <a:off x="838200" y="1825625"/>
            <a:ext cx="10515600" cy="4149506"/>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352380-0A23-D140-9B2B-5F141AB5F0B7}"/>
              </a:ext>
            </a:extLst>
          </p:cNvPr>
          <p:cNvSpPr>
            <a:spLocks noGrp="1"/>
          </p:cNvSpPr>
          <p:nvPr>
            <p:ph type="dt" sz="half" idx="10"/>
          </p:nvPr>
        </p:nvSpPr>
        <p:spPr>
          <a:xfrm>
            <a:off x="838200" y="6356350"/>
            <a:ext cx="2743200" cy="365125"/>
          </a:xfrm>
          <a:prstGeom prst="rect">
            <a:avLst/>
          </a:prstGeom>
        </p:spPr>
        <p:txBody>
          <a:bodyPr/>
          <a:lstStyle/>
          <a:p>
            <a:fld id="{F0827792-99C6-C343-827E-BE9EDF804372}" type="datetimeFigureOut">
              <a:rPr lang="en-US" smtClean="0"/>
              <a:t>9/24/2020</a:t>
            </a:fld>
            <a:endParaRPr lang="en-US"/>
          </a:p>
        </p:txBody>
      </p:sp>
      <p:sp>
        <p:nvSpPr>
          <p:cNvPr id="5" name="Footer Placeholder 4">
            <a:extLst>
              <a:ext uri="{FF2B5EF4-FFF2-40B4-BE49-F238E27FC236}">
                <a16:creationId xmlns:a16="http://schemas.microsoft.com/office/drawing/2014/main" id="{126425EA-EF92-714F-B7AD-0B245EA428F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927246F-5803-9542-865F-75DB94630BBD}"/>
              </a:ext>
            </a:extLst>
          </p:cNvPr>
          <p:cNvSpPr>
            <a:spLocks noGrp="1"/>
          </p:cNvSpPr>
          <p:nvPr>
            <p:ph type="sldNum" sz="quarter" idx="12"/>
          </p:nvPr>
        </p:nvSpPr>
        <p:spPr>
          <a:xfrm>
            <a:off x="8610600" y="6356350"/>
            <a:ext cx="2743200" cy="365125"/>
          </a:xfrm>
          <a:prstGeom prst="rect">
            <a:avLst/>
          </a:prstGeom>
        </p:spPr>
        <p:txBody>
          <a:bodyPr/>
          <a:lstStyle/>
          <a:p>
            <a:fld id="{E3E3505C-93DC-5644-BB7E-5D517224F4A6}" type="slidenum">
              <a:rPr lang="en-US" smtClean="0"/>
              <a:t>‹#›</a:t>
            </a:fld>
            <a:endParaRPr lang="en-US"/>
          </a:p>
        </p:txBody>
      </p:sp>
    </p:spTree>
    <p:extLst>
      <p:ext uri="{BB962C8B-B14F-4D97-AF65-F5344CB8AC3E}">
        <p14:creationId xmlns:p14="http://schemas.microsoft.com/office/powerpoint/2010/main" val="21014910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A31B4E-687D-2C4C-B95D-A513660DA41A}"/>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3EFC86-AA65-C840-9828-EBFF405DC63A}"/>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85563C-0652-F94A-A10D-3A82E9DDB972}"/>
              </a:ext>
            </a:extLst>
          </p:cNvPr>
          <p:cNvSpPr>
            <a:spLocks noGrp="1"/>
          </p:cNvSpPr>
          <p:nvPr>
            <p:ph type="dt" sz="half" idx="10"/>
          </p:nvPr>
        </p:nvSpPr>
        <p:spPr>
          <a:xfrm>
            <a:off x="838200" y="6356350"/>
            <a:ext cx="2743200" cy="365125"/>
          </a:xfrm>
          <a:prstGeom prst="rect">
            <a:avLst/>
          </a:prstGeom>
        </p:spPr>
        <p:txBody>
          <a:bodyPr/>
          <a:lstStyle/>
          <a:p>
            <a:fld id="{F0827792-99C6-C343-827E-BE9EDF804372}" type="datetimeFigureOut">
              <a:rPr lang="en-US" smtClean="0"/>
              <a:t>9/24/2020</a:t>
            </a:fld>
            <a:endParaRPr lang="en-US"/>
          </a:p>
        </p:txBody>
      </p:sp>
      <p:sp>
        <p:nvSpPr>
          <p:cNvPr id="5" name="Footer Placeholder 4">
            <a:extLst>
              <a:ext uri="{FF2B5EF4-FFF2-40B4-BE49-F238E27FC236}">
                <a16:creationId xmlns:a16="http://schemas.microsoft.com/office/drawing/2014/main" id="{F440E9DA-0CA4-8A46-9B6A-E0873DE6524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B2926DA-2D9C-9848-8B94-21D740CEC617}"/>
              </a:ext>
            </a:extLst>
          </p:cNvPr>
          <p:cNvSpPr>
            <a:spLocks noGrp="1"/>
          </p:cNvSpPr>
          <p:nvPr>
            <p:ph type="sldNum" sz="quarter" idx="12"/>
          </p:nvPr>
        </p:nvSpPr>
        <p:spPr>
          <a:xfrm>
            <a:off x="8610600" y="6356350"/>
            <a:ext cx="2743200" cy="365125"/>
          </a:xfrm>
          <a:prstGeom prst="rect">
            <a:avLst/>
          </a:prstGeom>
        </p:spPr>
        <p:txBody>
          <a:bodyPr/>
          <a:lstStyle/>
          <a:p>
            <a:fld id="{E3E3505C-93DC-5644-BB7E-5D517224F4A6}" type="slidenum">
              <a:rPr lang="en-US" smtClean="0"/>
              <a:t>‹#›</a:t>
            </a:fld>
            <a:endParaRPr lang="en-US"/>
          </a:p>
        </p:txBody>
      </p:sp>
    </p:spTree>
    <p:extLst>
      <p:ext uri="{BB962C8B-B14F-4D97-AF65-F5344CB8AC3E}">
        <p14:creationId xmlns:p14="http://schemas.microsoft.com/office/powerpoint/2010/main" val="14990889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CC5976-D2A9-0E40-B643-553E9C12721E}" type="datetimeFigureOut">
              <a:rPr lang="en-US" smtClean="0"/>
              <a:t>9/24/2020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D34D80-FED8-0347-99C2-A970D5E76F80}" type="slidenum">
              <a:rPr lang="en-US" smtClean="0"/>
              <a:t>‹#›</a:t>
            </a:fld>
            <a:endParaRPr lang="en-US"/>
          </a:p>
        </p:txBody>
      </p:sp>
      <p:sp>
        <p:nvSpPr>
          <p:cNvPr id="5" name="Title Placeholder 1"/>
          <p:cNvSpPr>
            <a:spLocks noGrp="1"/>
          </p:cNvSpPr>
          <p:nvPr>
            <p:ph type="title"/>
          </p:nvPr>
        </p:nvSpPr>
        <p:spPr>
          <a:xfrm>
            <a:off x="185057" y="45816"/>
            <a:ext cx="10515600" cy="1325563"/>
          </a:xfrm>
          <a:prstGeom prst="rect">
            <a:avLst/>
          </a:prstGeom>
        </p:spPr>
        <p:txBody>
          <a:bodyPr vert="horz" lIns="91440" tIns="45720" rIns="91440" bIns="45720" rtlCol="0" anchor="ctr">
            <a:normAutofit/>
          </a:bodyPr>
          <a:lstStyle>
            <a:lvl1pPr>
              <a:defRPr b="1" i="0">
                <a:solidFill>
                  <a:schemeClr val="accent1"/>
                </a:solidFill>
                <a:latin typeface="Proxima Nova Semibold" panose="02000506030000020004" pitchFamily="50" charset="0"/>
                <a:ea typeface="Proxima Nova Semibold" panose="02000506030000020004" pitchFamily="50" charset="0"/>
                <a:cs typeface="Proxima Nova Semibold" panose="02000506030000020004" pitchFamily="50" charset="0"/>
              </a:defRPr>
            </a:lvl1pPr>
          </a:lstStyle>
          <a:p>
            <a:r>
              <a:rPr lang="en-US"/>
              <a:t>Click to edit Master title style</a:t>
            </a:r>
          </a:p>
        </p:txBody>
      </p:sp>
      <p:cxnSp>
        <p:nvCxnSpPr>
          <p:cNvPr id="7" name="Straight Connector 6"/>
          <p:cNvCxnSpPr/>
          <p:nvPr userDrawn="1"/>
        </p:nvCxnSpPr>
        <p:spPr>
          <a:xfrm flipH="1">
            <a:off x="1" y="1253823"/>
            <a:ext cx="5900056" cy="0"/>
          </a:xfrm>
          <a:prstGeom prst="line">
            <a:avLst/>
          </a:prstGeom>
          <a:ln w="190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F43B3D3-40A8-3046-B6AB-B81608DE9A5C}"/>
              </a:ext>
            </a:extLst>
          </p:cNvPr>
          <p:cNvCxnSpPr/>
          <p:nvPr userDrawn="1"/>
        </p:nvCxnSpPr>
        <p:spPr>
          <a:xfrm>
            <a:off x="3466640" y="6632154"/>
            <a:ext cx="8725360" cy="0"/>
          </a:xfrm>
          <a:prstGeom prst="line">
            <a:avLst/>
          </a:prstGeom>
          <a:ln w="25400">
            <a:solidFill>
              <a:srgbClr val="FF6720"/>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D94AF16-4C7A-0B4E-9E9B-4552F153A22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19535" y="5350042"/>
            <a:ext cx="1515544" cy="1507958"/>
          </a:xfrm>
          <a:prstGeom prst="rect">
            <a:avLst/>
          </a:prstGeom>
        </p:spPr>
      </p:pic>
      <p:pic>
        <p:nvPicPr>
          <p:cNvPr id="10" name="Picture 9">
            <a:extLst>
              <a:ext uri="{FF2B5EF4-FFF2-40B4-BE49-F238E27FC236}">
                <a16:creationId xmlns:a16="http://schemas.microsoft.com/office/drawing/2014/main" id="{52F31C6A-B9BE-7B40-BC2A-95807FB6F92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08040" y="6211178"/>
            <a:ext cx="2013203" cy="619619"/>
          </a:xfrm>
          <a:prstGeom prst="rect">
            <a:avLst/>
          </a:prstGeom>
        </p:spPr>
      </p:pic>
    </p:spTree>
    <p:extLst>
      <p:ext uri="{BB962C8B-B14F-4D97-AF65-F5344CB8AC3E}">
        <p14:creationId xmlns:p14="http://schemas.microsoft.com/office/powerpoint/2010/main" val="14100874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CC5976-D2A9-0E40-B643-553E9C12721E}" type="datetimeFigureOut">
              <a:rPr lang="en-US" smtClean="0"/>
              <a:t>9/24/2020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D34D80-FED8-0347-99C2-A970D5E76F80}" type="slidenum">
              <a:rPr lang="en-US" smtClean="0"/>
              <a:t>‹#›</a:t>
            </a:fld>
            <a:endParaRPr lang="en-US"/>
          </a:p>
        </p:txBody>
      </p:sp>
    </p:spTree>
    <p:extLst>
      <p:ext uri="{BB962C8B-B14F-4D97-AF65-F5344CB8AC3E}">
        <p14:creationId xmlns:p14="http://schemas.microsoft.com/office/powerpoint/2010/main" val="3984712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FF93D5-62F0-5145-AB64-7AC90B60F8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1F652F-5C50-294A-A9ED-638E2DAF4A43}"/>
              </a:ext>
            </a:extLst>
          </p:cNvPr>
          <p:cNvSpPr>
            <a:spLocks noGrp="1"/>
          </p:cNvSpPr>
          <p:nvPr>
            <p:ph type="body" idx="1"/>
          </p:nvPr>
        </p:nvSpPr>
        <p:spPr>
          <a:xfrm>
            <a:off x="838200" y="1825625"/>
            <a:ext cx="10515600" cy="41495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363796E1-F957-0F48-8AD0-8F8E3D0E5940}"/>
              </a:ext>
            </a:extLst>
          </p:cNvPr>
          <p:cNvPicPr>
            <a:picLocks noChangeAspect="1"/>
          </p:cNvPicPr>
          <p:nvPr userDrawn="1"/>
        </p:nvPicPr>
        <p:blipFill rotWithShape="1">
          <a:blip r:embed="rId22"/>
          <a:srcRect r="66281" b="-1742"/>
          <a:stretch/>
        </p:blipFill>
        <p:spPr>
          <a:xfrm>
            <a:off x="275249" y="5904491"/>
            <a:ext cx="686450" cy="732790"/>
          </a:xfrm>
          <a:prstGeom prst="rect">
            <a:avLst/>
          </a:prstGeom>
        </p:spPr>
      </p:pic>
    </p:spTree>
    <p:extLst>
      <p:ext uri="{BB962C8B-B14F-4D97-AF65-F5344CB8AC3E}">
        <p14:creationId xmlns:p14="http://schemas.microsoft.com/office/powerpoint/2010/main" val="10885678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txStyles>
    <p:titleStyle>
      <a:lvl1pPr algn="l" defTabSz="914400" rtl="0" eaLnBrk="1" latinLnBrk="0" hangingPunct="1">
        <a:lnSpc>
          <a:spcPct val="90000"/>
        </a:lnSpc>
        <a:spcBef>
          <a:spcPct val="0"/>
        </a:spcBef>
        <a:buNone/>
        <a:defRPr sz="3200" b="1" i="0" kern="1200">
          <a:solidFill>
            <a:schemeClr val="tx1"/>
          </a:solidFill>
          <a:latin typeface="Proxima Nova" panose="02000506030000020004" pitchFamily="2" charset="0"/>
          <a:ea typeface="+mj-ea"/>
          <a:cs typeface="+mj-cs"/>
        </a:defRPr>
      </a:lvl1pPr>
    </p:titleStyle>
    <p:bodyStyle>
      <a:lvl1pPr marL="344488" indent="-344488" algn="l" defTabSz="914400" rtl="0" eaLnBrk="1" latinLnBrk="0" hangingPunct="1">
        <a:lnSpc>
          <a:spcPct val="90000"/>
        </a:lnSpc>
        <a:spcBef>
          <a:spcPts val="1000"/>
        </a:spcBef>
        <a:buFont typeface="Courier New" panose="02070309020205020404" pitchFamily="49" charset="0"/>
        <a:buChar char="o"/>
        <a:tabLst/>
        <a:defRPr sz="2000" b="0" i="0" kern="1200">
          <a:solidFill>
            <a:srgbClr val="525656"/>
          </a:solidFill>
          <a:latin typeface="Adelle Sans" panose="02000503000000020004" pitchFamily="2" charset="77"/>
          <a:ea typeface="+mn-ea"/>
          <a:cs typeface="+mn-cs"/>
        </a:defRPr>
      </a:lvl1pPr>
      <a:lvl2pPr marL="750888" indent="-293688" algn="l" defTabSz="914400" rtl="0" eaLnBrk="1" latinLnBrk="0" hangingPunct="1">
        <a:lnSpc>
          <a:spcPct val="90000"/>
        </a:lnSpc>
        <a:spcBef>
          <a:spcPts val="500"/>
        </a:spcBef>
        <a:buFont typeface="Courier New" panose="02070309020205020404" pitchFamily="49" charset="0"/>
        <a:buChar char="o"/>
        <a:tabLst/>
        <a:defRPr sz="1800" b="0" i="0" kern="1200">
          <a:solidFill>
            <a:srgbClr val="525656"/>
          </a:solidFill>
          <a:latin typeface="Adelle Sans" panose="02000503000000020004" pitchFamily="2" charset="77"/>
          <a:ea typeface="+mn-ea"/>
          <a:cs typeface="+mn-cs"/>
        </a:defRPr>
      </a:lvl2pPr>
      <a:lvl3pPr marL="1208088" indent="-293688" algn="l" defTabSz="914400" rtl="0" eaLnBrk="1" latinLnBrk="0" hangingPunct="1">
        <a:lnSpc>
          <a:spcPct val="90000"/>
        </a:lnSpc>
        <a:spcBef>
          <a:spcPts val="500"/>
        </a:spcBef>
        <a:buFont typeface="Courier New" panose="02070309020205020404" pitchFamily="49" charset="0"/>
        <a:buChar char="o"/>
        <a:tabLst/>
        <a:defRPr sz="1600" b="0" i="0" kern="1200">
          <a:solidFill>
            <a:srgbClr val="525656"/>
          </a:solidFill>
          <a:latin typeface="Adelle Sans" panose="02000503000000020004" pitchFamily="2" charset="77"/>
          <a:ea typeface="+mn-ea"/>
          <a:cs typeface="+mn-cs"/>
        </a:defRPr>
      </a:lvl3pPr>
      <a:lvl4pPr marL="1604963" indent="-233363" algn="l" defTabSz="914400" rtl="0" eaLnBrk="1" latinLnBrk="0" hangingPunct="1">
        <a:lnSpc>
          <a:spcPct val="90000"/>
        </a:lnSpc>
        <a:spcBef>
          <a:spcPts val="500"/>
        </a:spcBef>
        <a:buFont typeface="Courier New" panose="02070309020205020404" pitchFamily="49" charset="0"/>
        <a:buChar char="o"/>
        <a:tabLst/>
        <a:defRPr sz="1400" b="0" i="0" kern="1200">
          <a:solidFill>
            <a:srgbClr val="525656"/>
          </a:solidFill>
          <a:latin typeface="Adelle Sans" panose="02000503000000020004" pitchFamily="2" charset="77"/>
          <a:ea typeface="+mn-ea"/>
          <a:cs typeface="+mn-cs"/>
        </a:defRPr>
      </a:lvl4pPr>
      <a:lvl5pPr marL="2062163" indent="-233363" algn="l" defTabSz="914400" rtl="0" eaLnBrk="1" latinLnBrk="0" hangingPunct="1">
        <a:lnSpc>
          <a:spcPct val="90000"/>
        </a:lnSpc>
        <a:spcBef>
          <a:spcPts val="500"/>
        </a:spcBef>
        <a:buFont typeface="Courier New" panose="02070309020205020404" pitchFamily="49" charset="0"/>
        <a:buChar char="o"/>
        <a:tabLst/>
        <a:defRPr sz="1200" b="0" i="0" kern="1200">
          <a:solidFill>
            <a:srgbClr val="525656"/>
          </a:solidFill>
          <a:latin typeface="Adelle Sans" panose="02000503000000020004"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24">
          <p15:clr>
            <a:srgbClr val="F26B43"/>
          </p15:clr>
        </p15:guide>
        <p15:guide id="2" orient="horz" pos="28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fontScale="92500" lnSpcReduction="10000"/>
          </a:bodyPr>
          <a:lstStyle/>
          <a:p>
            <a:r>
              <a:rPr lang="en-US" sz="3400" dirty="0"/>
              <a:t>Unavailability of Website, Web service, or applications </a:t>
            </a:r>
          </a:p>
          <a:p>
            <a:r>
              <a:rPr lang="en-US" sz="3400" dirty="0"/>
              <a:t>Leakage of sensitive data </a:t>
            </a:r>
          </a:p>
          <a:p>
            <a:r>
              <a:rPr lang="en-US" sz="3400" dirty="0"/>
              <a:t>Redirection of URLs to incorrect sites </a:t>
            </a:r>
          </a:p>
          <a:p>
            <a:r>
              <a:rPr lang="en-US" sz="3400" dirty="0"/>
              <a:t>Web page defacements </a:t>
            </a:r>
          </a:p>
          <a:p>
            <a:r>
              <a:rPr lang="en-US" sz="3400" dirty="0"/>
              <a:t>Anomalies in log files (web server, application and database)</a:t>
            </a:r>
          </a:p>
          <a:p>
            <a:r>
              <a:rPr lang="en-US" sz="3400" dirty="0"/>
              <a:t>Suspicious activities in user accounts like new processes, users, and jobs </a:t>
            </a:r>
          </a:p>
          <a:p>
            <a:r>
              <a:rPr lang="en-US" sz="3400" dirty="0"/>
              <a:t>Error messages such as 400–500 errors</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What are the Indicators of Web Application Security Incidents?</a:t>
            </a:r>
          </a:p>
        </p:txBody>
      </p:sp>
    </p:spTree>
    <p:extLst>
      <p:ext uri="{BB962C8B-B14F-4D97-AF65-F5344CB8AC3E}">
        <p14:creationId xmlns:p14="http://schemas.microsoft.com/office/powerpoint/2010/main" val="4214747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 calcmode="lin" valueType="num">
                                      <p:cBhvr additive="base">
                                        <p:cTn id="2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 calcmode="lin" valueType="num">
                                      <p:cBhvr additive="base">
                                        <p:cTn id="2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 calcmode="lin" valueType="num">
                                      <p:cBhvr additive="base">
                                        <p:cTn id="3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fontScale="77500" lnSpcReduction="20000"/>
          </a:bodyPr>
          <a:lstStyle/>
          <a:p>
            <a:pPr marL="0" indent="0">
              <a:buNone/>
            </a:pPr>
            <a:r>
              <a:rPr lang="en-US" sz="3400" dirty="0"/>
              <a:t>The responders must examine log files of the IDS, web servers, and database to detect SQL injection attacks against a web application. </a:t>
            </a:r>
          </a:p>
          <a:p>
            <a:pPr marL="0" indent="0">
              <a:buNone/>
            </a:pPr>
            <a:r>
              <a:rPr lang="en-US" sz="3400" dirty="0"/>
              <a:t>If an attacker tries to access the backend data of the web database by sending malicious SQL queries, then the log entry for the attacker’s request in the web server would look like the following:</a:t>
            </a:r>
          </a:p>
          <a:p>
            <a:pPr marL="0" indent="0">
              <a:buNone/>
            </a:pPr>
            <a:endParaRPr lang="en-US" sz="3400" dirty="0"/>
          </a:p>
          <a:p>
            <a:pPr marL="0" indent="0">
              <a:buNone/>
            </a:pPr>
            <a:r>
              <a:rPr lang="en-US" sz="3400" dirty="0"/>
              <a:t>01:22:19 192.22.31.40 HEAD GET /</a:t>
            </a:r>
            <a:r>
              <a:rPr lang="en-US" sz="3400" dirty="0" err="1"/>
              <a:t>login.asp?username</a:t>
            </a:r>
            <a:r>
              <a:rPr lang="en-US" sz="3400" dirty="0"/>
              <a:t>=blah’ or 1=1 # </a:t>
            </a:r>
          </a:p>
          <a:p>
            <a:pPr marL="0" indent="0">
              <a:buNone/>
            </a:pPr>
            <a:endParaRPr lang="en-US" sz="3400" dirty="0"/>
          </a:p>
          <a:p>
            <a:pPr marL="0" indent="0">
              <a:buNone/>
            </a:pPr>
            <a:r>
              <a:rPr lang="en-US" sz="3400" dirty="0"/>
              <a:t>01:22:19 192.22.31.40 HEAD GET /</a:t>
            </a:r>
            <a:r>
              <a:rPr lang="en-US" sz="3400" dirty="0" err="1"/>
              <a:t>login.asp?username</a:t>
            </a:r>
            <a:r>
              <a:rPr lang="en-US" sz="3400" dirty="0"/>
              <a:t>=blah’ or 1=1 --</a:t>
            </a:r>
          </a:p>
          <a:p>
            <a:pPr marL="0" indent="0">
              <a:buNone/>
            </a:pPr>
            <a:endParaRPr lang="en-US" sz="3400" dirty="0"/>
          </a:p>
          <a:p>
            <a:pPr marL="0" indent="0">
              <a:buNone/>
            </a:pPr>
            <a:r>
              <a:rPr lang="en-US" sz="3400" dirty="0"/>
              <a:t>01:22:19 192.22.31.40 HEAD GET /</a:t>
            </a:r>
            <a:r>
              <a:rPr lang="en-US" sz="3400" dirty="0" err="1"/>
              <a:t>login.asp?username</a:t>
            </a:r>
            <a:r>
              <a:rPr lang="en-US" sz="3400" dirty="0"/>
              <a:t>=blah’ or exec master..</a:t>
            </a:r>
            <a:r>
              <a:rPr lang="en-US" sz="3400" dirty="0" err="1"/>
              <a:t>xp_cmdshell</a:t>
            </a:r>
            <a:r>
              <a:rPr lang="en-US" sz="3400" dirty="0"/>
              <a:t> 'net user test </a:t>
            </a:r>
            <a:r>
              <a:rPr lang="en-US" sz="3400" dirty="0" err="1"/>
              <a:t>testpass</a:t>
            </a:r>
            <a:r>
              <a:rPr lang="en-US" sz="3400" dirty="0"/>
              <a:t> --</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Detecting Web Incidents: Manual Detection - SQL Injection</a:t>
            </a:r>
          </a:p>
        </p:txBody>
      </p:sp>
    </p:spTree>
    <p:extLst>
      <p:ext uri="{BB962C8B-B14F-4D97-AF65-F5344CB8AC3E}">
        <p14:creationId xmlns:p14="http://schemas.microsoft.com/office/powerpoint/2010/main" val="840775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 calcmode="lin" valueType="num">
                                      <p:cBhvr additive="base">
                                        <p:cTn id="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anim calcmode="lin" valueType="num">
                                      <p:cBhvr additive="base">
                                        <p:cTn id="1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anim calcmode="lin" valueType="num">
                                      <p:cBhvr additive="base">
                                        <p:cTn id="1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lnSpcReduction="10000"/>
          </a:bodyPr>
          <a:lstStyle/>
          <a:p>
            <a:r>
              <a:rPr lang="en-US" sz="3400" dirty="0"/>
              <a:t>Incident responders can use regex searches to detect SQL meta-characters.</a:t>
            </a:r>
          </a:p>
          <a:p>
            <a:pPr marL="0" indent="0">
              <a:buNone/>
            </a:pPr>
            <a:r>
              <a:rPr lang="en-US" sz="3200" dirty="0"/>
              <a:t>                           /(\')|(\%27)|(\-\-)|(#)|(\%23)/ix</a:t>
            </a:r>
          </a:p>
          <a:p>
            <a:endParaRPr lang="en-US" sz="3400" dirty="0"/>
          </a:p>
          <a:p>
            <a:r>
              <a:rPr lang="en-US" sz="3400" dirty="0"/>
              <a:t>alert </a:t>
            </a:r>
            <a:r>
              <a:rPr lang="en-US" sz="3400" dirty="0" err="1"/>
              <a:t>tcp</a:t>
            </a:r>
            <a:r>
              <a:rPr lang="en-US" sz="3400" dirty="0"/>
              <a:t> $EXTERNAL_NET any -&gt; $HTTP_SERVERS $HTTP_PORTS(msg: "SQL Injection – Paranoid"; </a:t>
            </a:r>
            <a:r>
              <a:rPr lang="en-US" sz="3400" dirty="0" err="1"/>
              <a:t>flow:to_server</a:t>
            </a:r>
            <a:r>
              <a:rPr lang="en-US" sz="3400" dirty="0"/>
              <a:t>, established; </a:t>
            </a:r>
            <a:r>
              <a:rPr lang="en-US" sz="3400" dirty="0" err="1"/>
              <a:t>uricontent</a:t>
            </a:r>
            <a:r>
              <a:rPr lang="en-US" sz="3400" dirty="0"/>
              <a:t>:“.pl";</a:t>
            </a:r>
            <a:r>
              <a:rPr lang="en-US" sz="3400" dirty="0" err="1"/>
              <a:t>pcre</a:t>
            </a:r>
            <a:r>
              <a:rPr lang="en-US" sz="3400" dirty="0"/>
              <a:t>:"/(\')|(\%27)|(\-\-)|(#)|(\%23)/ix”; </a:t>
            </a:r>
            <a:r>
              <a:rPr lang="en-US" sz="3400" dirty="0" err="1"/>
              <a:t>classtype:Web-application-attack</a:t>
            </a:r>
            <a:r>
              <a:rPr lang="en-US" sz="3400" dirty="0"/>
              <a:t>; sid:9099; rev:5;)</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Detecting Web Incidents: Manual Detection using Regex - SQL Injection</a:t>
            </a:r>
          </a:p>
        </p:txBody>
      </p:sp>
    </p:spTree>
    <p:extLst>
      <p:ext uri="{BB962C8B-B14F-4D97-AF65-F5344CB8AC3E}">
        <p14:creationId xmlns:p14="http://schemas.microsoft.com/office/powerpoint/2010/main" val="1970128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 calcmode="lin" valueType="num">
                                      <p:cBhvr additive="base">
                                        <p:cTn id="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a:bodyPr>
          <a:lstStyle/>
          <a:p>
            <a:r>
              <a:rPr lang="en-US" sz="3400" dirty="0"/>
              <a:t>Common XSS attacks use HTML tags, such as &lt;script&gt;&lt;/script&gt;, &lt;IMG&gt; ,&lt;INPUT&gt;, and &lt;BODY&gt;. </a:t>
            </a:r>
          </a:p>
          <a:p>
            <a:endParaRPr lang="en-US" sz="3400" dirty="0"/>
          </a:p>
          <a:p>
            <a:r>
              <a:rPr lang="en-US" sz="3400" dirty="0"/>
              <a:t>The responders must use regex searches to find HTML tags, other XSS signature words, and their equivalents in web access logs to check for XSS attacks.</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Detecting Web Incidents: Manual Detection - XSS Attacks</a:t>
            </a:r>
          </a:p>
        </p:txBody>
      </p:sp>
    </p:spTree>
    <p:extLst>
      <p:ext uri="{BB962C8B-B14F-4D97-AF65-F5344CB8AC3E}">
        <p14:creationId xmlns:p14="http://schemas.microsoft.com/office/powerpoint/2010/main" val="2611527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a:bodyPr>
          <a:lstStyle/>
          <a:p>
            <a:pPr marL="0" indent="0">
              <a:buNone/>
            </a:pPr>
            <a:r>
              <a:rPr lang="en-US" sz="3400" dirty="0"/>
              <a:t>Hex Encoding - Attackers use hex values of the characters to bypass the security mechanisms. </a:t>
            </a:r>
          </a:p>
          <a:p>
            <a:endParaRPr lang="en-US" sz="3400" dirty="0"/>
          </a:p>
          <a:p>
            <a:r>
              <a:rPr lang="en-US" sz="3400" dirty="0"/>
              <a:t>Normal XSS script: &lt;script&gt;alert("XSS")&lt;/script&gt;</a:t>
            </a:r>
          </a:p>
          <a:p>
            <a:endParaRPr lang="en-US" sz="3400" dirty="0"/>
          </a:p>
          <a:p>
            <a:r>
              <a:rPr lang="en-US" sz="3400" dirty="0"/>
              <a:t>Hex </a:t>
            </a:r>
            <a:r>
              <a:rPr lang="en-US" sz="3400"/>
              <a:t>(URL) encoded </a:t>
            </a:r>
            <a:r>
              <a:rPr lang="en-US" sz="3400" dirty="0"/>
              <a:t>XSS script: &lt;%3cscript%3ealert(”XSS”)%3c/script%3e&gt;</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Detecting Web Incidents: Manual Detection - XSS Attacks</a:t>
            </a:r>
          </a:p>
        </p:txBody>
      </p:sp>
    </p:spTree>
    <p:extLst>
      <p:ext uri="{BB962C8B-B14F-4D97-AF65-F5344CB8AC3E}">
        <p14:creationId xmlns:p14="http://schemas.microsoft.com/office/powerpoint/2010/main" val="1346935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additive="base">
                                        <p:cTn id="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anim calcmode="lin" valueType="num">
                                      <p:cBhvr additive="base">
                                        <p:cTn id="1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fontScale="77500" lnSpcReduction="20000"/>
          </a:bodyPr>
          <a:lstStyle/>
          <a:p>
            <a:r>
              <a:rPr lang="en-US" sz="3400" dirty="0"/>
              <a:t>Attackers try to manipulate the path of root directory files with “dot-dot-slash (../)” sequence and access the application’s source code, configuration files, and other crucial system files. </a:t>
            </a:r>
          </a:p>
          <a:p>
            <a:endParaRPr lang="en-US" sz="3400" dirty="0"/>
          </a:p>
          <a:p>
            <a:r>
              <a:rPr lang="en-US" sz="3400" dirty="0"/>
              <a:t>Attackers use encoding mechanisms to bypass security measures implemented to restrict the  “../” character sequence by replacing the sequence with a double encoding sequence "%252E%252E%252F" </a:t>
            </a:r>
          </a:p>
          <a:p>
            <a:endParaRPr lang="en-US" sz="3400" dirty="0"/>
          </a:p>
          <a:p>
            <a:r>
              <a:rPr lang="en-US" sz="3400" dirty="0"/>
              <a:t>Responders should check the log files and/or captured traffic and look for special characters in the data packets such as </a:t>
            </a:r>
          </a:p>
          <a:p>
            <a:pPr marL="0" indent="0">
              <a:buNone/>
            </a:pPr>
            <a:r>
              <a:rPr lang="en-US" sz="3400" dirty="0"/>
              <a:t>                     file= ../../../../</a:t>
            </a:r>
            <a:r>
              <a:rPr lang="en-US" sz="3400" dirty="0" err="1"/>
              <a:t>etc</a:t>
            </a:r>
            <a:r>
              <a:rPr lang="en-US" sz="3400" dirty="0"/>
              <a:t>/   or     ..\..\..\</a:t>
            </a:r>
            <a:r>
              <a:rPr lang="en-US" sz="3400" dirty="0" err="1"/>
              <a:t>etc</a:t>
            </a:r>
            <a:r>
              <a:rPr lang="en-US" sz="3400" dirty="0"/>
              <a:t>\passwd </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Detecting Web Incidents: Manual Detection - Directory Traversal Attacks</a:t>
            </a:r>
          </a:p>
        </p:txBody>
      </p:sp>
    </p:spTree>
    <p:extLst>
      <p:ext uri="{BB962C8B-B14F-4D97-AF65-F5344CB8AC3E}">
        <p14:creationId xmlns:p14="http://schemas.microsoft.com/office/powerpoint/2010/main" val="3030222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 calcmode="lin" valueType="num">
                                      <p:cBhvr additive="base">
                                        <p:cTn id="1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 calcmode="lin" valueType="num">
                                      <p:cBhvr additive="base">
                                        <p:cTn id="1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a:bodyPr>
          <a:lstStyle/>
          <a:p>
            <a:r>
              <a:rPr lang="en-US" sz="3400" dirty="0"/>
              <a:t>You can search the logs for ../ using the following regex: </a:t>
            </a:r>
          </a:p>
          <a:p>
            <a:pPr marL="0" indent="0">
              <a:buNone/>
            </a:pPr>
            <a:r>
              <a:rPr lang="en-US" sz="3400" dirty="0"/>
              <a:t>                    ((\.|%2E)(\.|%2E)(\/|%2F|\\|%5C)) </a:t>
            </a:r>
          </a:p>
          <a:p>
            <a:endParaRPr lang="en-US" sz="3400" dirty="0"/>
          </a:p>
          <a:p>
            <a:r>
              <a:rPr lang="en-US" sz="3400" dirty="0"/>
              <a:t>The following regular expression can also help you in finding the directory traversal attacks:</a:t>
            </a:r>
          </a:p>
          <a:p>
            <a:pPr marL="0" indent="0">
              <a:buNone/>
            </a:pPr>
            <a:r>
              <a:rPr lang="en-US" sz="3400" dirty="0"/>
              <a:t>                                      ((\.\.\\)|(\.\.\/))</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Detecting Web Incidents: Manual Detection using Regex - Directory Traversal Attacks</a:t>
            </a:r>
          </a:p>
        </p:txBody>
      </p:sp>
    </p:spTree>
    <p:extLst>
      <p:ext uri="{BB962C8B-B14F-4D97-AF65-F5344CB8AC3E}">
        <p14:creationId xmlns:p14="http://schemas.microsoft.com/office/powerpoint/2010/main" val="3558797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 calcmode="lin" valueType="num">
                                      <p:cBhvr additive="base">
                                        <p:cTn id="1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CC5896C-DD8F-413B-9A15-7910B7CB7E9B}"/>
              </a:ext>
            </a:extLst>
          </p:cNvPr>
          <p:cNvSpPr>
            <a:spLocks noGrp="1"/>
          </p:cNvSpPr>
          <p:nvPr>
            <p:ph idx="1"/>
          </p:nvPr>
        </p:nvSpPr>
        <p:spPr>
          <a:xfrm>
            <a:off x="1054803" y="1550970"/>
            <a:ext cx="10747031" cy="4358092"/>
          </a:xfrm>
        </p:spPr>
        <p:txBody>
          <a:bodyPr>
            <a:normAutofit/>
          </a:bodyPr>
          <a:lstStyle/>
          <a:p>
            <a:r>
              <a:rPr lang="en-US" sz="3200" dirty="0"/>
              <a:t>Dictionary Attacks</a:t>
            </a:r>
          </a:p>
          <a:p>
            <a:r>
              <a:rPr lang="en-US" sz="3200" dirty="0"/>
              <a:t>Stored Cross Site Script Attacks</a:t>
            </a:r>
          </a:p>
          <a:p>
            <a:r>
              <a:rPr lang="en-US" sz="3200" dirty="0"/>
              <a:t>DoS/DDoS Attacks</a:t>
            </a:r>
          </a:p>
          <a:p>
            <a:r>
              <a:rPr lang="en-US" sz="3200" dirty="0"/>
              <a:t>Potentially Malicious Elements within HTML</a:t>
            </a:r>
          </a:p>
          <a:p>
            <a:r>
              <a:rPr lang="en-US" sz="3200" dirty="0"/>
              <a:t>Remote File Injection (RFI)</a:t>
            </a:r>
          </a:p>
          <a:p>
            <a:r>
              <a:rPr lang="en-US" sz="3200" dirty="0"/>
              <a:t>Local File Injection (LFI)</a:t>
            </a:r>
          </a:p>
          <a:p>
            <a:r>
              <a:rPr lang="en-US" sz="3200" dirty="0"/>
              <a:t>Watering Hole Attacks</a:t>
            </a:r>
          </a:p>
        </p:txBody>
      </p:sp>
      <p:sp>
        <p:nvSpPr>
          <p:cNvPr id="3" name="Title 2">
            <a:extLst>
              <a:ext uri="{FF2B5EF4-FFF2-40B4-BE49-F238E27FC236}">
                <a16:creationId xmlns:a16="http://schemas.microsoft.com/office/drawing/2014/main" id="{99FF6B1E-60E2-4214-BA96-ABD6176EBF1E}"/>
              </a:ext>
            </a:extLst>
          </p:cNvPr>
          <p:cNvSpPr>
            <a:spLocks noGrp="1"/>
          </p:cNvSpPr>
          <p:nvPr>
            <p:ph type="title"/>
          </p:nvPr>
        </p:nvSpPr>
        <p:spPr>
          <a:xfrm>
            <a:off x="840758" y="-21891"/>
            <a:ext cx="11175123" cy="1041991"/>
          </a:xfrm>
        </p:spPr>
        <p:txBody>
          <a:bodyPr/>
          <a:lstStyle/>
          <a:p>
            <a:r>
              <a:rPr lang="en-US" dirty="0"/>
              <a:t>What about other attacks?</a:t>
            </a:r>
          </a:p>
        </p:txBody>
      </p:sp>
    </p:spTree>
    <p:extLst>
      <p:ext uri="{BB962C8B-B14F-4D97-AF65-F5344CB8AC3E}">
        <p14:creationId xmlns:p14="http://schemas.microsoft.com/office/powerpoint/2010/main" val="3886996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 calcmode="lin" valueType="num">
                                      <p:cBhvr additive="base">
                                        <p:cTn id="2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 calcmode="lin" valueType="num">
                                      <p:cBhvr additive="base">
                                        <p:cTn id="2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 calcmode="lin" valueType="num">
                                      <p:cBhvr additive="base">
                                        <p:cTn id="3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2019 Presentation Dark Theme">
  <a:themeElements>
    <a:clrScheme name="6cc241">
      <a:dk1>
        <a:srgbClr val="151945"/>
      </a:dk1>
      <a:lt1>
        <a:srgbClr val="FFFFFF"/>
      </a:lt1>
      <a:dk2>
        <a:srgbClr val="151746"/>
      </a:dk2>
      <a:lt2>
        <a:srgbClr val="FFFFFF"/>
      </a:lt2>
      <a:accent1>
        <a:srgbClr val="F9F9FA"/>
      </a:accent1>
      <a:accent2>
        <a:srgbClr val="FF671F"/>
      </a:accent2>
      <a:accent3>
        <a:srgbClr val="00A3E0"/>
      </a:accent3>
      <a:accent4>
        <a:srgbClr val="10069F"/>
      </a:accent4>
      <a:accent5>
        <a:srgbClr val="6CC249"/>
      </a:accent5>
      <a:accent6>
        <a:srgbClr val="9C9BA7"/>
      </a:accent6>
      <a:hlink>
        <a:srgbClr val="FF671F"/>
      </a:hlink>
      <a:folHlink>
        <a:srgbClr val="FF671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W_ONLY" id="{65C80431-16F2-514A-97BA-71A18EFAAF0C}" vid="{8E954B59-A4E7-B141-A2A5-05D60EBF4B6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1F4BBF0267C540AB0714A5A9B8B2A0" ma:contentTypeVersion="13" ma:contentTypeDescription="Create a new document." ma:contentTypeScope="" ma:versionID="6b71af909276ca060a08b3157d1d9f21">
  <xsd:schema xmlns:xsd="http://www.w3.org/2001/XMLSchema" xmlns:xs="http://www.w3.org/2001/XMLSchema" xmlns:p="http://schemas.microsoft.com/office/2006/metadata/properties" xmlns:ns2="25f43890-8f97-4037-b6ca-5734ee50196d" xmlns:ns3="7de64167-ec1d-41c3-9c60-bdac5dd5df14" targetNamespace="http://schemas.microsoft.com/office/2006/metadata/properties" ma:root="true" ma:fieldsID="607d6bf6d8f5d26c8c8fd76553af5be9" ns2:_="" ns3:_="">
    <xsd:import namespace="25f43890-8f97-4037-b6ca-5734ee50196d"/>
    <xsd:import namespace="7de64167-ec1d-41c3-9c60-bdac5dd5df14"/>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_Flow_SignoffStatus" minOccurs="0"/>
                <xsd:element ref="ns3:MediaServiceGenerationTime" minOccurs="0"/>
                <xsd:element ref="ns3:MediaServiceEventHashCode"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f43890-8f97-4037-b6ca-5734ee50196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de64167-ec1d-41c3-9c60-bdac5dd5df14"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_Flow_SignoffStatus" ma:index="16" nillable="true" ma:displayName="Sign-off status" ma:internalName="Sign_x002d_off_x0020_status">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Flow_SignoffStatus xmlns="7de64167-ec1d-41c3-9c60-bdac5dd5df14" xsi:nil="true"/>
  </documentManagement>
</p:properties>
</file>

<file path=customXml/itemProps1.xml><?xml version="1.0" encoding="utf-8"?>
<ds:datastoreItem xmlns:ds="http://schemas.openxmlformats.org/officeDocument/2006/customXml" ds:itemID="{556DADFE-C919-4D22-8094-6E186FCA32F7}"/>
</file>

<file path=customXml/itemProps2.xml><?xml version="1.0" encoding="utf-8"?>
<ds:datastoreItem xmlns:ds="http://schemas.openxmlformats.org/officeDocument/2006/customXml" ds:itemID="{C97C115F-1C48-4ACA-B83D-C844E30D442A}"/>
</file>

<file path=customXml/itemProps3.xml><?xml version="1.0" encoding="utf-8"?>
<ds:datastoreItem xmlns:ds="http://schemas.openxmlformats.org/officeDocument/2006/customXml" ds:itemID="{3F59D52F-1708-47B1-811B-22360EDA89E3}"/>
</file>

<file path=docProps/app.xml><?xml version="1.0" encoding="utf-8"?>
<Properties xmlns="http://schemas.openxmlformats.org/officeDocument/2006/extended-properties" xmlns:vt="http://schemas.openxmlformats.org/officeDocument/2006/docPropsVTypes">
  <TotalTime>2578</TotalTime>
  <Words>598</Words>
  <Application>Microsoft Office PowerPoint</Application>
  <PresentationFormat>Widescreen</PresentationFormat>
  <Paragraphs>61</Paragraphs>
  <Slides>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Adelle Sans</vt:lpstr>
      <vt:lpstr>Arial</vt:lpstr>
      <vt:lpstr>Calibri</vt:lpstr>
      <vt:lpstr>Courier New</vt:lpstr>
      <vt:lpstr>Proxima Nova</vt:lpstr>
      <vt:lpstr>Proxima Nova Semibold</vt:lpstr>
      <vt:lpstr>2019 Presentation Dark Theme</vt:lpstr>
      <vt:lpstr>What are the Indicators of Web Application Security Incidents?</vt:lpstr>
      <vt:lpstr>Detecting Web Incidents: Manual Detection - SQL Injection</vt:lpstr>
      <vt:lpstr>Detecting Web Incidents: Manual Detection using Regex - SQL Injection</vt:lpstr>
      <vt:lpstr>Detecting Web Incidents: Manual Detection - XSS Attacks</vt:lpstr>
      <vt:lpstr>Detecting Web Incidents: Manual Detection - XSS Attacks</vt:lpstr>
      <vt:lpstr>Detecting Web Incidents: Manual Detection - Directory Traversal Attacks</vt:lpstr>
      <vt:lpstr>Detecting Web Incidents: Manual Detection using Regex - Directory Traversal Attacks</vt:lpstr>
      <vt:lpstr>What about other attacks?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 identity and access (20-25%)</dc:title>
  <dc:creator>Adam Gordon</dc:creator>
  <cp:lastModifiedBy>Adam Gordon</cp:lastModifiedBy>
  <cp:revision>131</cp:revision>
  <cp:lastPrinted>2020-04-29T19:12:33Z</cp:lastPrinted>
  <dcterms:created xsi:type="dcterms:W3CDTF">2020-04-24T18:08:50Z</dcterms:created>
  <dcterms:modified xsi:type="dcterms:W3CDTF">2020-09-24T15:14:39Z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0x0101006C1F4BBF0267C540AB0714A5A9B8B2A0</vt:lpwstr>
  </property>
</Properties>
</file>