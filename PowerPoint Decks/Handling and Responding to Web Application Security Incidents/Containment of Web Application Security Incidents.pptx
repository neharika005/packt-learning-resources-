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880" r:id="rId2"/>
    <p:sldId id="2882" r:id="rId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r>
              <a:rPr lang="en-US" sz="3400" dirty="0"/>
              <a:t>Use a Web Application Firewall (WAF) to monitor and block potential threats </a:t>
            </a:r>
          </a:p>
          <a:p>
            <a:r>
              <a:rPr lang="en-US" sz="3400" dirty="0"/>
              <a:t>Isolate the attacker’s operation on the network by removing suspicious user credentials from the network and web application </a:t>
            </a:r>
          </a:p>
          <a:p>
            <a:r>
              <a:rPr lang="en-US" sz="3400" dirty="0"/>
              <a:t>Enable ingress/egress filtering to restrict the flow of traffic from one network to another, typically from a compromised system </a:t>
            </a:r>
          </a:p>
          <a:p>
            <a:r>
              <a:rPr lang="en-US" sz="3400" dirty="0"/>
              <a:t>Harden Apache by installing the </a:t>
            </a:r>
            <a:r>
              <a:rPr lang="en-US" sz="3400" dirty="0" err="1"/>
              <a:t>mod_reqtimeout</a:t>
            </a:r>
            <a:r>
              <a:rPr lang="en-US" sz="3400" dirty="0"/>
              <a:t> module, which will help the server to block malicious connections </a:t>
            </a:r>
          </a:p>
          <a:p>
            <a:r>
              <a:rPr lang="en-US" sz="3400" dirty="0"/>
              <a:t>Maintain a backup internet connection with a pool of IP addresses for crucial users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</a:t>
            </a:r>
            <a:r>
              <a:rPr lang="en-US"/>
              <a:t>the containment practices for web application incidents?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Whitelisting/Blacklisting</a:t>
            </a:r>
          </a:p>
          <a:p>
            <a:r>
              <a:rPr lang="en-US" sz="3400" dirty="0"/>
              <a:t>Web Content Filtering</a:t>
            </a:r>
          </a:p>
          <a:p>
            <a:r>
              <a:rPr lang="en-US" sz="3400" dirty="0"/>
              <a:t>Proxy Servers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methods used by the incident handlers during containment?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074B75B1-2AE8-46E1-9B8B-58E544F9383C}"/>
</file>

<file path=customXml/itemProps2.xml><?xml version="1.0" encoding="utf-8"?>
<ds:datastoreItem xmlns:ds="http://schemas.openxmlformats.org/officeDocument/2006/customXml" ds:itemID="{79B929A7-4AA1-49F2-A3D2-0D0F0184E00E}"/>
</file>

<file path=customXml/itemProps3.xml><?xml version="1.0" encoding="utf-8"?>
<ds:datastoreItem xmlns:ds="http://schemas.openxmlformats.org/officeDocument/2006/customXml" ds:itemID="{A9FA3C21-8811-46B9-91AA-216E46EA66FE}"/>
</file>

<file path=docProps/app.xml><?xml version="1.0" encoding="utf-8"?>
<Properties xmlns="http://schemas.openxmlformats.org/officeDocument/2006/extended-properties" xmlns:vt="http://schemas.openxmlformats.org/officeDocument/2006/docPropsVTypes">
  <TotalTime>2630</TotalTime>
  <Words>119</Words>
  <Application>Microsoft Office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are the containment practices for web application incidents?</vt:lpstr>
      <vt:lpstr>What are the methods used by the incident handlers during containment?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133</cp:revision>
  <cp:lastPrinted>2020-04-29T19:12:33Z</cp:lastPrinted>
  <dcterms:created xsi:type="dcterms:W3CDTF">2020-04-24T18:08:50Z</dcterms:created>
  <dcterms:modified xsi:type="dcterms:W3CDTF">2020-09-25T13:01:55Z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