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881" r:id="rId2"/>
    <p:sldId id="2889" r:id="rId3"/>
    <p:sldId id="2890" r:id="rId4"/>
    <p:sldId id="2891" r:id="rId5"/>
    <p:sldId id="2892" r:id="rId6"/>
    <p:sldId id="2895" r:id="rId7"/>
    <p:sldId id="2894" r:id="rId8"/>
    <p:sldId id="2893" r:id="rId9"/>
    <p:sldId id="2896" r:id="rId10"/>
    <p:sldId id="2897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00873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3779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55817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82896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7503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63413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64134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9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03248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10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6701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Spear Phishing</a:t>
            </a:r>
          </a:p>
          <a:p>
            <a:r>
              <a:rPr lang="en-US" sz="3400" dirty="0"/>
              <a:t>Whaling</a:t>
            </a:r>
          </a:p>
          <a:p>
            <a:r>
              <a:rPr lang="en-US" sz="3400" dirty="0"/>
              <a:t>Pharming (Phishing without a Lure)</a:t>
            </a:r>
          </a:p>
          <a:p>
            <a:r>
              <a:rPr lang="en-US" sz="3400" dirty="0"/>
              <a:t>Spimming</a:t>
            </a:r>
          </a:p>
          <a:p>
            <a:r>
              <a:rPr lang="en-US" sz="3400" dirty="0"/>
              <a:t>Puddle Phishing</a:t>
            </a:r>
          </a:p>
          <a:p>
            <a:r>
              <a:rPr lang="en-US" sz="3400" dirty="0"/>
              <a:t>CEO Scam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types of phishing?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/>
          </a:bodyPr>
          <a:lstStyle/>
          <a:p>
            <a:r>
              <a:rPr lang="en-US" sz="3400" dirty="0"/>
              <a:t>Unexpected attachments from unknown users, clients, vendors, or peers </a:t>
            </a:r>
          </a:p>
          <a:p>
            <a:r>
              <a:rPr lang="en-US" sz="3400" dirty="0"/>
              <a:t>Attachments with unusual or unrecognized formats </a:t>
            </a:r>
          </a:p>
          <a:p>
            <a:r>
              <a:rPr lang="en-US" sz="3400" dirty="0"/>
              <a:t>Difference in the email ID of the sender and display name </a:t>
            </a:r>
          </a:p>
          <a:p>
            <a:r>
              <a:rPr lang="en-US" sz="3400" dirty="0"/>
              <a:t>Emails with links, which display a different website or URL when hovered on or have URL with incorrect name or domain </a:t>
            </a:r>
          </a:p>
          <a:p>
            <a:r>
              <a:rPr lang="en-US" sz="3400" dirty="0"/>
              <a:t>Obvious misspellings and strange use of punctuation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detect and contain Email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327060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r>
              <a:rPr lang="en-US" sz="3400" dirty="0"/>
              <a:t>Return Path</a:t>
            </a:r>
          </a:p>
          <a:p>
            <a:r>
              <a:rPr lang="en-US" sz="3400" dirty="0"/>
              <a:t>Recipient's e-mail address</a:t>
            </a:r>
          </a:p>
          <a:p>
            <a:r>
              <a:rPr lang="en-US" sz="3400" dirty="0"/>
              <a:t>Name of the e-mail server</a:t>
            </a:r>
          </a:p>
          <a:p>
            <a:r>
              <a:rPr lang="en-US" sz="3400" dirty="0"/>
              <a:t>Type of sending service</a:t>
            </a:r>
          </a:p>
          <a:p>
            <a:r>
              <a:rPr lang="en-US" sz="3400" dirty="0"/>
              <a:t>IP Address of the sending server</a:t>
            </a:r>
          </a:p>
          <a:p>
            <a:r>
              <a:rPr lang="en-US" sz="3400" dirty="0"/>
              <a:t>Unique message number</a:t>
            </a:r>
          </a:p>
          <a:p>
            <a:r>
              <a:rPr lang="en-US" sz="3400" dirty="0"/>
              <a:t>Date and time e-mail was sent</a:t>
            </a:r>
          </a:p>
          <a:p>
            <a:r>
              <a:rPr lang="en-US" sz="3400" dirty="0"/>
              <a:t>Attachment(s) information</a:t>
            </a:r>
          </a:p>
          <a:p>
            <a:r>
              <a:rPr lang="en-US" sz="3400" dirty="0"/>
              <a:t>Sender Policy </a:t>
            </a:r>
            <a:r>
              <a:rPr lang="en-US" sz="3400" dirty="0" err="1"/>
              <a:t>Frameowrk</a:t>
            </a:r>
            <a:r>
              <a:rPr lang="en-US" sz="3400" dirty="0"/>
              <a:t> (SPF)</a:t>
            </a:r>
          </a:p>
          <a:p>
            <a:r>
              <a:rPr lang="en-US" sz="3400" dirty="0" err="1"/>
              <a:t>DomainKeys</a:t>
            </a:r>
            <a:r>
              <a:rPr lang="en-US" sz="3400" dirty="0"/>
              <a:t> Identified Mail (DKIM)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about Analyzing Email Headers?</a:t>
            </a:r>
          </a:p>
        </p:txBody>
      </p:sp>
    </p:spTree>
    <p:extLst>
      <p:ext uri="{BB962C8B-B14F-4D97-AF65-F5344CB8AC3E}">
        <p14:creationId xmlns:p14="http://schemas.microsoft.com/office/powerpoint/2010/main" val="256791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An email validation protocol used by domain owners for preventing spoofing of emails. </a:t>
            </a:r>
          </a:p>
          <a:p>
            <a:endParaRPr lang="en-US" sz="3400" dirty="0"/>
          </a:p>
          <a:p>
            <a:r>
              <a:rPr lang="en-US" sz="3400" dirty="0"/>
              <a:t>Incident responders can analyze the authenticity of the sender using the SPF results.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Sender Policy Framework (SPF)?</a:t>
            </a:r>
          </a:p>
        </p:txBody>
      </p:sp>
    </p:spTree>
    <p:extLst>
      <p:ext uri="{BB962C8B-B14F-4D97-AF65-F5344CB8AC3E}">
        <p14:creationId xmlns:p14="http://schemas.microsoft.com/office/powerpoint/2010/main" val="259694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b="1" dirty="0"/>
              <a:t>None</a:t>
            </a:r>
            <a:r>
              <a:rPr lang="en-US" sz="3400" dirty="0"/>
              <a:t> - no SPF record was found</a:t>
            </a:r>
          </a:p>
          <a:p>
            <a:r>
              <a:rPr lang="en-US" sz="3400" b="1" dirty="0"/>
              <a:t>Pass</a:t>
            </a:r>
            <a:r>
              <a:rPr lang="en-US" sz="3400" dirty="0"/>
              <a:t> - SPF record exits and IP address is authorized; includes a plus </a:t>
            </a:r>
            <a:r>
              <a:rPr lang="en-US" sz="3400" b="1" dirty="0"/>
              <a:t>(+)</a:t>
            </a:r>
            <a:r>
              <a:rPr lang="en-US" sz="3400" dirty="0"/>
              <a:t> sign in front of the IP address</a:t>
            </a:r>
          </a:p>
          <a:p>
            <a:r>
              <a:rPr lang="en-US" sz="3400" b="1" dirty="0"/>
              <a:t>Neutral</a:t>
            </a:r>
            <a:r>
              <a:rPr lang="en-US" sz="3400" dirty="0"/>
              <a:t> - means that the domain owner does not want to disclose the specific IP address authorized in SPF record</a:t>
            </a:r>
          </a:p>
          <a:p>
            <a:r>
              <a:rPr lang="en-US" sz="3400" b="1" dirty="0"/>
              <a:t>Fail</a:t>
            </a:r>
            <a:r>
              <a:rPr lang="en-US" sz="3400" dirty="0"/>
              <a:t> - IP address is not authorized to send email for this domain; shown by a </a:t>
            </a:r>
            <a:r>
              <a:rPr lang="en-US" sz="3400" b="1" dirty="0"/>
              <a:t>–all</a:t>
            </a:r>
            <a:r>
              <a:rPr lang="en-US" sz="3400" dirty="0"/>
              <a:t> command in the record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Sender Policy Framework (SPF)?</a:t>
            </a:r>
          </a:p>
        </p:txBody>
      </p:sp>
    </p:spTree>
    <p:extLst>
      <p:ext uri="{BB962C8B-B14F-4D97-AF65-F5344CB8AC3E}">
        <p14:creationId xmlns:p14="http://schemas.microsoft.com/office/powerpoint/2010/main" val="107274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b="1" dirty="0" err="1"/>
              <a:t>SoftFail</a:t>
            </a:r>
            <a:r>
              <a:rPr lang="en-US" sz="3400" dirty="0"/>
              <a:t> - between neutral and fail; means that the mail is authorized but is tagged as suspicious or spam</a:t>
            </a:r>
          </a:p>
          <a:p>
            <a:r>
              <a:rPr lang="en-US" sz="3400" b="1" dirty="0" err="1"/>
              <a:t>TempError</a:t>
            </a:r>
            <a:r>
              <a:rPr lang="en-US" sz="3400" dirty="0"/>
              <a:t> - temporary error such as a technical issue during verification</a:t>
            </a:r>
          </a:p>
          <a:p>
            <a:r>
              <a:rPr lang="en-US" sz="3400" b="1" dirty="0" err="1"/>
              <a:t>PermError</a:t>
            </a:r>
            <a:r>
              <a:rPr lang="en-US" sz="3400" dirty="0"/>
              <a:t> - SPF record cannot be verified due to syntax or format errors in the record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Sender Policy Framework (SPF)?</a:t>
            </a:r>
          </a:p>
        </p:txBody>
      </p:sp>
    </p:spTree>
    <p:extLst>
      <p:ext uri="{BB962C8B-B14F-4D97-AF65-F5344CB8AC3E}">
        <p14:creationId xmlns:p14="http://schemas.microsoft.com/office/powerpoint/2010/main" val="105438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An email authentication standard designed to detect spoofing.</a:t>
            </a:r>
          </a:p>
          <a:p>
            <a:endParaRPr lang="en-US" sz="3400" dirty="0"/>
          </a:p>
          <a:p>
            <a:r>
              <a:rPr lang="en-US" sz="3400" dirty="0"/>
              <a:t>A domain owner can encrypt the domain’s outgoing mail headers and add a digital signature to the outgoing emails for better authentication.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DomainKeys</a:t>
            </a:r>
            <a:r>
              <a:rPr lang="en-US" dirty="0"/>
              <a:t> Identified Mail (DKIM)?</a:t>
            </a:r>
          </a:p>
        </p:txBody>
      </p:sp>
    </p:spTree>
    <p:extLst>
      <p:ext uri="{BB962C8B-B14F-4D97-AF65-F5344CB8AC3E}">
        <p14:creationId xmlns:p14="http://schemas.microsoft.com/office/powerpoint/2010/main" val="349257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endParaRPr lang="en-US" sz="3400" dirty="0"/>
          </a:p>
          <a:p>
            <a:r>
              <a:rPr lang="en-US" sz="3400" b="1" dirty="0"/>
              <a:t>Pass</a:t>
            </a:r>
            <a:r>
              <a:rPr lang="en-US" sz="3400" dirty="0"/>
              <a:t> - e-mail is signed and the signature passes the verification tests</a:t>
            </a:r>
          </a:p>
          <a:p>
            <a:r>
              <a:rPr lang="en-US" sz="3400" b="1" dirty="0"/>
              <a:t>Neutral</a:t>
            </a:r>
            <a:r>
              <a:rPr lang="en-US" sz="3400" dirty="0"/>
              <a:t> - e-mail is signed but the signature has syntax errors, so it cannot be processed</a:t>
            </a:r>
          </a:p>
          <a:p>
            <a:r>
              <a:rPr lang="en-US" sz="3400" b="1" dirty="0"/>
              <a:t>Fail</a:t>
            </a:r>
            <a:r>
              <a:rPr lang="en-US" sz="3400" dirty="0"/>
              <a:t> - e-mail is signed but the signature does not pass the verification tests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DomainKeys</a:t>
            </a:r>
            <a:r>
              <a:rPr lang="en-US" dirty="0"/>
              <a:t> Identified Mail (DKIM)?</a:t>
            </a:r>
          </a:p>
        </p:txBody>
      </p:sp>
    </p:spTree>
    <p:extLst>
      <p:ext uri="{BB962C8B-B14F-4D97-AF65-F5344CB8AC3E}">
        <p14:creationId xmlns:p14="http://schemas.microsoft.com/office/powerpoint/2010/main" val="292395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b="1" dirty="0"/>
              <a:t>Policy</a:t>
            </a:r>
            <a:r>
              <a:rPr lang="en-US" sz="3400" dirty="0"/>
              <a:t> - e-mail is signed but some part of the signature is not acceptable by the  administrative management domains (ADMD)</a:t>
            </a:r>
          </a:p>
          <a:p>
            <a:r>
              <a:rPr lang="en-US" sz="3400" b="1" dirty="0" err="1"/>
              <a:t>TempError</a:t>
            </a:r>
            <a:r>
              <a:rPr lang="en-US" sz="3400" dirty="0"/>
              <a:t> - e-mail is not verified due to temporary errors, such as "cannot retrieve public key"</a:t>
            </a:r>
          </a:p>
          <a:p>
            <a:r>
              <a:rPr lang="en-US" sz="3400" b="1" dirty="0" err="1"/>
              <a:t>PermError</a:t>
            </a:r>
            <a:r>
              <a:rPr lang="en-US" sz="3400" dirty="0"/>
              <a:t> - e-mail is not verified due to permanent errors, such as the absence of required header field 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DomainKeys</a:t>
            </a:r>
            <a:r>
              <a:rPr lang="en-US" dirty="0"/>
              <a:t> Identified Mail (DKIM)?</a:t>
            </a:r>
          </a:p>
        </p:txBody>
      </p:sp>
    </p:spTree>
    <p:extLst>
      <p:ext uri="{BB962C8B-B14F-4D97-AF65-F5344CB8AC3E}">
        <p14:creationId xmlns:p14="http://schemas.microsoft.com/office/powerpoint/2010/main" val="394008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/>
              <a:t>1.</a:t>
            </a:r>
            <a:r>
              <a:rPr lang="en-US" sz="3400" dirty="0"/>
              <a:t> Open an email you want to analyze </a:t>
            </a:r>
          </a:p>
          <a:p>
            <a:pPr marL="0" indent="0">
              <a:buNone/>
            </a:pPr>
            <a:r>
              <a:rPr lang="en-US" sz="3400" b="1" dirty="0"/>
              <a:t>2.</a:t>
            </a:r>
            <a:r>
              <a:rPr lang="en-US" sz="3400" dirty="0"/>
              <a:t> Click the “More” option (three vertical dots) from the top-right of the message </a:t>
            </a:r>
          </a:p>
          <a:p>
            <a:pPr marL="0" indent="0">
              <a:buNone/>
            </a:pPr>
            <a:r>
              <a:rPr lang="en-US" sz="3400" b="1" dirty="0"/>
              <a:t>3.</a:t>
            </a:r>
            <a:r>
              <a:rPr lang="en-US" sz="3400" dirty="0"/>
              <a:t> From the drop-down menu, click “Show original” option </a:t>
            </a:r>
          </a:p>
          <a:p>
            <a:pPr marL="0" indent="0">
              <a:buNone/>
            </a:pPr>
            <a:r>
              <a:rPr lang="en-US" sz="3400" b="1" dirty="0"/>
              <a:t>4.</a:t>
            </a:r>
            <a:r>
              <a:rPr lang="en-US" sz="3400" dirty="0"/>
              <a:t> The mail will open a new tab displaying the original message </a:t>
            </a:r>
          </a:p>
          <a:p>
            <a:pPr marL="0" indent="0">
              <a:buNone/>
            </a:pPr>
            <a:r>
              <a:rPr lang="en-US" sz="3400" b="1" dirty="0"/>
              <a:t>5.</a:t>
            </a:r>
            <a:r>
              <a:rPr lang="en-US" sz="3400" dirty="0"/>
              <a:t> Check for the SPF and DKIM credentials of the email to verify its authenticity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steps to Analyze E-mail in Gmail?</a:t>
            </a:r>
          </a:p>
        </p:txBody>
      </p:sp>
    </p:spTree>
    <p:extLst>
      <p:ext uri="{BB962C8B-B14F-4D97-AF65-F5344CB8AC3E}">
        <p14:creationId xmlns:p14="http://schemas.microsoft.com/office/powerpoint/2010/main" val="1664091270"/>
      </p:ext>
    </p:extLst>
  </p:cSld>
  <p:clrMapOvr>
    <a:masterClrMapping/>
  </p:clrMapOvr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8E10C2CD-01E4-4F08-96DA-AF7C2523B31B}"/>
</file>

<file path=customXml/itemProps2.xml><?xml version="1.0" encoding="utf-8"?>
<ds:datastoreItem xmlns:ds="http://schemas.openxmlformats.org/officeDocument/2006/customXml" ds:itemID="{02B0032E-3503-4BC7-8786-D001B3BA4A18}"/>
</file>

<file path=customXml/itemProps3.xml><?xml version="1.0" encoding="utf-8"?>
<ds:datastoreItem xmlns:ds="http://schemas.openxmlformats.org/officeDocument/2006/customXml" ds:itemID="{FB59EAE0-913C-46EB-B868-53FCA9E9C3D0}"/>
</file>

<file path=docProps/app.xml><?xml version="1.0" encoding="utf-8"?>
<Properties xmlns="http://schemas.openxmlformats.org/officeDocument/2006/extended-properties" xmlns:vt="http://schemas.openxmlformats.org/officeDocument/2006/docPropsVTypes">
  <TotalTime>2435</TotalTime>
  <Words>567</Words>
  <Application>Microsoft Office PowerPoint</Application>
  <PresentationFormat>Widescreen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are the different types of phishing?</vt:lpstr>
      <vt:lpstr>How do we detect and contain Email Security Incidents?</vt:lpstr>
      <vt:lpstr>What about Analyzing Email Headers?</vt:lpstr>
      <vt:lpstr>What is the Sender Policy Framework (SPF)?</vt:lpstr>
      <vt:lpstr>What is the Sender Policy Framework (SPF)?</vt:lpstr>
      <vt:lpstr>What is the Sender Policy Framework (SPF)?</vt:lpstr>
      <vt:lpstr>What is DomainKeys Identified Mail (DKIM)?</vt:lpstr>
      <vt:lpstr>What is DomainKeys Identified Mail (DKIM)?</vt:lpstr>
      <vt:lpstr>What is DomainKeys Identified Mail (DKIM)?</vt:lpstr>
      <vt:lpstr>What are the steps to Analyze E-mail in Gmail?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94</cp:revision>
  <cp:lastPrinted>2020-04-29T19:12:33Z</cp:lastPrinted>
  <dcterms:created xsi:type="dcterms:W3CDTF">2020-04-24T18:08:50Z</dcterms:created>
  <dcterms:modified xsi:type="dcterms:W3CDTF">2020-09-14T18:44:18Z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