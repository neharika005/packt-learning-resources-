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82" r:id="rId2"/>
    <p:sldId id="2883" r:id="rId3"/>
    <p:sldId id="2894" r:id="rId4"/>
    <p:sldId id="2895" r:id="rId5"/>
    <p:sldId id="2896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479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34700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63668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7406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War Driving </a:t>
            </a:r>
          </a:p>
          <a:p>
            <a:r>
              <a:rPr lang="en-US" sz="3400" dirty="0"/>
              <a:t>Rogue Access Points </a:t>
            </a:r>
          </a:p>
          <a:p>
            <a:r>
              <a:rPr lang="en-US" sz="3400" dirty="0"/>
              <a:t>MAC Spoofing </a:t>
            </a:r>
          </a:p>
          <a:p>
            <a:r>
              <a:rPr lang="en-US" sz="3400" dirty="0"/>
              <a:t>AP Misconfiguration</a:t>
            </a:r>
          </a:p>
          <a:p>
            <a:r>
              <a:rPr lang="en-US" sz="3400" dirty="0"/>
              <a:t>Ad Hoc Associations</a:t>
            </a:r>
          </a:p>
          <a:p>
            <a:r>
              <a:rPr lang="en-US" sz="3400" dirty="0"/>
              <a:t>Promiscuous Client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types of access control attacks?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Changing or altering data during transmission, via the sending of forged control, management, or data frames to misdirect wireless devices in order to perform another type of attack (e.g., DoS)</a:t>
            </a:r>
          </a:p>
          <a:p>
            <a:r>
              <a:rPr lang="en-US" sz="3400" dirty="0"/>
              <a:t>Data Frame Injection</a:t>
            </a:r>
          </a:p>
          <a:p>
            <a:r>
              <a:rPr lang="en-US" sz="3400" dirty="0"/>
              <a:t>Bit-Flipping</a:t>
            </a:r>
          </a:p>
          <a:p>
            <a:r>
              <a:rPr lang="en-US" sz="3400" dirty="0"/>
              <a:t>Replay attacks</a:t>
            </a:r>
          </a:p>
          <a:p>
            <a:pPr lvl="1"/>
            <a:r>
              <a:rPr lang="en-US" sz="3200" dirty="0"/>
              <a:t> Extensible AP, Data, Initialization Vector, RADIUS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Wireless Integrity Attacks?</a:t>
            </a:r>
          </a:p>
        </p:txBody>
      </p:sp>
    </p:spTree>
    <p:extLst>
      <p:ext uri="{BB962C8B-B14F-4D97-AF65-F5344CB8AC3E}">
        <p14:creationId xmlns:p14="http://schemas.microsoft.com/office/powerpoint/2010/main" val="19701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Attempt to intercept confidential information, regardless of whether the system transmits data in clear text or encrypted format.</a:t>
            </a:r>
          </a:p>
          <a:p>
            <a:r>
              <a:rPr lang="en-US" sz="3400" dirty="0"/>
              <a:t>Eavesdropping</a:t>
            </a:r>
          </a:p>
          <a:p>
            <a:r>
              <a:rPr lang="en-US" sz="3400" dirty="0"/>
              <a:t>Traffic Analysis</a:t>
            </a:r>
          </a:p>
          <a:p>
            <a:r>
              <a:rPr lang="en-US" sz="3400" dirty="0"/>
              <a:t>Evil Twin AP</a:t>
            </a:r>
          </a:p>
          <a:p>
            <a:r>
              <a:rPr lang="en-US" sz="3200" dirty="0"/>
              <a:t>Session Hijacking</a:t>
            </a:r>
          </a:p>
          <a:p>
            <a:r>
              <a:rPr lang="en-US" sz="3200" dirty="0"/>
              <a:t>Man in the Middle (MITM)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Wireless Confidentiality Attacks?</a:t>
            </a:r>
          </a:p>
        </p:txBody>
      </p:sp>
    </p:spTree>
    <p:extLst>
      <p:ext uri="{BB962C8B-B14F-4D97-AF65-F5344CB8AC3E}">
        <p14:creationId xmlns:p14="http://schemas.microsoft.com/office/powerpoint/2010/main" val="182626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Obstructing the delivery of services to legitimate users, either by crippling those resources or by denying them access to WLAN resources.</a:t>
            </a:r>
          </a:p>
          <a:p>
            <a:r>
              <a:rPr lang="en-US" sz="3400" dirty="0"/>
              <a:t>Beacon Flood</a:t>
            </a:r>
          </a:p>
          <a:p>
            <a:r>
              <a:rPr lang="en-US" sz="3400" dirty="0"/>
              <a:t>De-authenticate Flood</a:t>
            </a:r>
          </a:p>
          <a:p>
            <a:r>
              <a:rPr lang="en-US" sz="3400" dirty="0"/>
              <a:t>Authenticate Flood</a:t>
            </a:r>
          </a:p>
          <a:p>
            <a:r>
              <a:rPr lang="en-US" sz="3200" dirty="0"/>
              <a:t>ARP Cache Poisoning Attack</a:t>
            </a:r>
          </a:p>
          <a:p>
            <a:r>
              <a:rPr lang="en-US" sz="3200" dirty="0"/>
              <a:t>EAP-Failure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Wireless Availability Attacks?</a:t>
            </a:r>
          </a:p>
        </p:txBody>
      </p:sp>
    </p:spTree>
    <p:extLst>
      <p:ext uri="{BB962C8B-B14F-4D97-AF65-F5344CB8AC3E}">
        <p14:creationId xmlns:p14="http://schemas.microsoft.com/office/powerpoint/2010/main" val="309311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dirty="0"/>
              <a:t>Steal the identity of Wi-Fi clients, their personal information and login credentials to gain unauthorized access to network resources.</a:t>
            </a:r>
          </a:p>
          <a:p>
            <a:r>
              <a:rPr lang="en-US" sz="3400" dirty="0"/>
              <a:t>Cracking</a:t>
            </a:r>
          </a:p>
          <a:p>
            <a:pPr lvl="1"/>
            <a:r>
              <a:rPr lang="en-US" sz="3200" dirty="0"/>
              <a:t> PSK, LEAP, VPN, Domain</a:t>
            </a:r>
          </a:p>
          <a:p>
            <a:r>
              <a:rPr lang="en-US" sz="3400" dirty="0"/>
              <a:t>Identity Theft</a:t>
            </a:r>
          </a:p>
          <a:p>
            <a:r>
              <a:rPr lang="en-US" sz="3400" dirty="0"/>
              <a:t>Shared Key Guessing</a:t>
            </a:r>
          </a:p>
          <a:p>
            <a:r>
              <a:rPr lang="en-US" sz="3200" dirty="0"/>
              <a:t>Password Speculation</a:t>
            </a:r>
          </a:p>
          <a:p>
            <a:r>
              <a:rPr lang="en-US" sz="3200" dirty="0"/>
              <a:t>Key Reinstallation Attack – (WPA2 4-way handshake exploit)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Wireless Authentication Attacks?</a:t>
            </a:r>
          </a:p>
        </p:txBody>
      </p:sp>
    </p:spTree>
    <p:extLst>
      <p:ext uri="{BB962C8B-B14F-4D97-AF65-F5344CB8AC3E}">
        <p14:creationId xmlns:p14="http://schemas.microsoft.com/office/powerpoint/2010/main" val="183885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19214AA5-7936-48AA-AE04-B9B0C836FF25}"/>
</file>

<file path=customXml/itemProps2.xml><?xml version="1.0" encoding="utf-8"?>
<ds:datastoreItem xmlns:ds="http://schemas.openxmlformats.org/officeDocument/2006/customXml" ds:itemID="{1E685283-7A5E-4162-957F-0B6A6B0952C1}"/>
</file>

<file path=customXml/itemProps3.xml><?xml version="1.0" encoding="utf-8"?>
<ds:datastoreItem xmlns:ds="http://schemas.openxmlformats.org/officeDocument/2006/customXml" ds:itemID="{9C1E1EFF-0960-40FE-9572-43A7594D2496}"/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223</Words>
  <Application>Microsoft Office PowerPoint</Application>
  <PresentationFormat>Widescreen</PresentationFormat>
  <Paragraphs>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different types of access control attacks?</vt:lpstr>
      <vt:lpstr>What are Wireless Integrity Attacks?</vt:lpstr>
      <vt:lpstr>What are Wireless Confidentiality Attacks?</vt:lpstr>
      <vt:lpstr>What are Wireless Availability Attacks?</vt:lpstr>
      <vt:lpstr>What are Wireless Authentication Attacks?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139</cp:revision>
  <cp:lastPrinted>2020-04-29T19:12:33Z</cp:lastPrinted>
  <dcterms:created xsi:type="dcterms:W3CDTF">2020-04-24T18:08:50Z</dcterms:created>
  <dcterms:modified xsi:type="dcterms:W3CDTF">2020-09-23T15:43:27Z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