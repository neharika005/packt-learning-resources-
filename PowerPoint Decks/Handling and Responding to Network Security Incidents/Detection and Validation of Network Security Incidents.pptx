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882" r:id="rId3"/>
    <p:sldId id="2883" r:id="rId4"/>
    <p:sldId id="2884" r:id="rId5"/>
    <p:sldId id="2885" r:id="rId6"/>
    <p:sldId id="2886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2479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35842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007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6254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Incident responders need to validate if suspicious events represent an attack / incident by performing analysis of the indicators reported by victims, users, or employees.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The process also includes monitoring of logs for suspicious network connections, correlation of logs, and event time line analysis.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detect and validate network security incidents?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Monitoring Network Traffic –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Incoming and outgoing traffic !!!</a:t>
            </a:r>
          </a:p>
          <a:p>
            <a:r>
              <a:rPr lang="en-US" sz="3400" dirty="0"/>
              <a:t>Tools can record IP / MAC address, time and date, protocols, ports, type of connection, systems/URLs accessed, and size of files shared</a:t>
            </a:r>
          </a:p>
          <a:p>
            <a:r>
              <a:rPr lang="en-US" sz="3400" dirty="0"/>
              <a:t>Wireshark, </a:t>
            </a:r>
            <a:r>
              <a:rPr lang="en-US" sz="3400" dirty="0" err="1"/>
              <a:t>Colasoft</a:t>
            </a:r>
            <a:r>
              <a:rPr lang="en-US" sz="3400" dirty="0"/>
              <a:t> Network Analyzer, and Observer Analyzer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techniques that an incident responder can use to detect and validate a network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Sniffing Network Traffic –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Extracting complete data packets and storing them on a system for analysis</a:t>
            </a:r>
          </a:p>
          <a:p>
            <a:r>
              <a:rPr lang="en-US" sz="3400" dirty="0"/>
              <a:t>Capture ALL the data passing through the networks including wireless connections</a:t>
            </a:r>
          </a:p>
          <a:p>
            <a:r>
              <a:rPr lang="en-US" sz="3400" dirty="0"/>
              <a:t>Wireshark, </a:t>
            </a:r>
            <a:r>
              <a:rPr lang="en-US" sz="3400" dirty="0" err="1"/>
              <a:t>Tcpdump</a:t>
            </a:r>
            <a:r>
              <a:rPr lang="en-US" sz="3400" dirty="0"/>
              <a:t>, Cain &amp; Abel, and Kismet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techniques that an incident responder can use to detect and validate a network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197012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Performing Packet Analysis –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Search for particular strings, binary structures, or patterns across the captured packets</a:t>
            </a:r>
          </a:p>
          <a:p>
            <a:r>
              <a:rPr lang="en-US" sz="3400" dirty="0"/>
              <a:t>Deploy a hex editor to view the raw bits of the packet that include data such as metadata of a file</a:t>
            </a:r>
          </a:p>
          <a:p>
            <a:r>
              <a:rPr lang="en-US" sz="3400" dirty="0"/>
              <a:t>Cain &amp; Abel, </a:t>
            </a:r>
            <a:r>
              <a:rPr lang="en-US" sz="3400" dirty="0" err="1"/>
              <a:t>dSniff</a:t>
            </a:r>
            <a:r>
              <a:rPr lang="en-US" sz="3400" dirty="0"/>
              <a:t>, </a:t>
            </a:r>
            <a:r>
              <a:rPr lang="en-US" sz="3400" dirty="0" err="1"/>
              <a:t>ettercap</a:t>
            </a:r>
            <a:r>
              <a:rPr lang="en-US" sz="3400" dirty="0"/>
              <a:t>, Network Grep, </a:t>
            </a:r>
            <a:r>
              <a:rPr lang="en-US" sz="3400" dirty="0" err="1"/>
              <a:t>OmniPeek</a:t>
            </a:r>
            <a:r>
              <a:rPr lang="en-US" sz="3400" dirty="0"/>
              <a:t>, Snoop, and </a:t>
            </a:r>
            <a:r>
              <a:rPr lang="en-US" sz="3400" dirty="0" err="1"/>
              <a:t>Tcpdump</a:t>
            </a: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techniques that an incident responder can use to detect and validate a network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98232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Performing Log Analysis –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Can take place either manually or with the help of log analyzing tools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Apply filters to avoid unnecessary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techniques that an incident responder can use to detect and validate a network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335199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Performing Host Analysis – </a:t>
            </a:r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Static malware analysis – Look but… DO NOT EXECUTE !!!</a:t>
            </a:r>
          </a:p>
          <a:p>
            <a:endParaRPr lang="en-US" sz="3400" dirty="0"/>
          </a:p>
          <a:p>
            <a:r>
              <a:rPr lang="en-US" sz="3400" dirty="0"/>
              <a:t>Dynamic malware analysis – Monitor </a:t>
            </a:r>
            <a:r>
              <a:rPr lang="en-US" sz="3400"/>
              <a:t>and Execute !!!</a:t>
            </a: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techniques that an incident responder can use to detect and validate a network security incident?</a:t>
            </a:r>
          </a:p>
        </p:txBody>
      </p:sp>
    </p:spTree>
    <p:extLst>
      <p:ext uri="{BB962C8B-B14F-4D97-AF65-F5344CB8AC3E}">
        <p14:creationId xmlns:p14="http://schemas.microsoft.com/office/powerpoint/2010/main" val="11039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61F73643-006E-4B49-AFEB-C24FB70D56CC}"/>
</file>

<file path=customXml/itemProps2.xml><?xml version="1.0" encoding="utf-8"?>
<ds:datastoreItem xmlns:ds="http://schemas.openxmlformats.org/officeDocument/2006/customXml" ds:itemID="{54246884-14AF-46FF-AAFD-8FDFF4980561}"/>
</file>

<file path=customXml/itemProps3.xml><?xml version="1.0" encoding="utf-8"?>
<ds:datastoreItem xmlns:ds="http://schemas.openxmlformats.org/officeDocument/2006/customXml" ds:itemID="{3958BBA3-1A8C-4DBF-AAD6-B64916E3EE17}"/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348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How do we detect and validate network security incidents?</vt:lpstr>
      <vt:lpstr>What are the techniques that an incident responder can use to detect and validate a network security incident?</vt:lpstr>
      <vt:lpstr>What are the techniques that an incident responder can use to detect and validate a network security incident?</vt:lpstr>
      <vt:lpstr>What are the techniques that an incident responder can use to detect and validate a network security incident?</vt:lpstr>
      <vt:lpstr>What are the techniques that an incident responder can use to detect and validate a network security incident?</vt:lpstr>
      <vt:lpstr>What are the techniques that an incident responder can use to detect and validate a network security incident?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115</cp:revision>
  <cp:lastPrinted>2020-04-29T19:12:33Z</cp:lastPrinted>
  <dcterms:created xsi:type="dcterms:W3CDTF">2020-04-24T18:08:50Z</dcterms:created>
  <dcterms:modified xsi:type="dcterms:W3CDTF">2020-09-21T17:56:44Z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