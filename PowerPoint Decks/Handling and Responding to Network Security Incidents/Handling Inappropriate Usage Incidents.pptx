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880" r:id="rId2"/>
    <p:sldId id="2882" r:id="rId3"/>
    <p:sldId id="2883" r:id="rId4"/>
    <p:sldId id="2887" r:id="rId5"/>
    <p:sldId id="2888" r:id="rId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500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72479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73427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38673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Incidents in which a user violates the </a:t>
            </a:r>
            <a:r>
              <a:rPr lang="en-US" sz="3400"/>
              <a:t>acceptable use </a:t>
            </a:r>
            <a:r>
              <a:rPr lang="en-US" sz="3400" dirty="0"/>
              <a:t>policies</a:t>
            </a:r>
          </a:p>
          <a:p>
            <a:pPr marL="0" indent="0">
              <a:buNone/>
            </a:pPr>
            <a:endParaRPr lang="en-US" sz="3400" dirty="0"/>
          </a:p>
          <a:p>
            <a:pPr lvl="1"/>
            <a:r>
              <a:rPr lang="en-US" sz="3200" dirty="0"/>
              <a:t> Internet/Web</a:t>
            </a:r>
          </a:p>
          <a:p>
            <a:pPr lvl="1"/>
            <a:r>
              <a:rPr lang="en-US" sz="3200" dirty="0"/>
              <a:t> E-Mail</a:t>
            </a:r>
          </a:p>
          <a:p>
            <a:pPr lvl="1"/>
            <a:r>
              <a:rPr lang="en-US" sz="3200" dirty="0"/>
              <a:t> Social Media</a:t>
            </a:r>
          </a:p>
          <a:p>
            <a:pPr lvl="1"/>
            <a:r>
              <a:rPr lang="en-US" sz="3200" dirty="0"/>
              <a:t> Company Assets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an Inappropriate Usage Incident?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endParaRPr lang="en-US" sz="3400" dirty="0"/>
          </a:p>
          <a:p>
            <a:r>
              <a:rPr lang="en-US" sz="3400" dirty="0"/>
              <a:t>Detecting High Resource Utilization </a:t>
            </a:r>
          </a:p>
          <a:p>
            <a:r>
              <a:rPr lang="en-US" sz="3400" dirty="0"/>
              <a:t>Accessing Malware in the Network </a:t>
            </a:r>
          </a:p>
          <a:p>
            <a:r>
              <a:rPr lang="en-US" sz="3400" dirty="0"/>
              <a:t>Reviewing Log Entries of Application Logins </a:t>
            </a:r>
          </a:p>
          <a:p>
            <a:r>
              <a:rPr lang="en-US" sz="3400" dirty="0"/>
              <a:t>Analyzing Network Security Device Logs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techniques can the IH&amp;R team use to detect Inappropriate Usage Incidents?</a:t>
            </a:r>
          </a:p>
        </p:txBody>
      </p:sp>
    </p:spTree>
    <p:extLst>
      <p:ext uri="{BB962C8B-B14F-4D97-AF65-F5344CB8AC3E}">
        <p14:creationId xmlns:p14="http://schemas.microsoft.com/office/powerpoint/2010/main" val="8407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20000"/>
          </a:bodyPr>
          <a:lstStyle/>
          <a:p>
            <a:r>
              <a:rPr lang="en-US" sz="3400" b="1" dirty="0"/>
              <a:t>Turn off</a:t>
            </a:r>
            <a:r>
              <a:rPr lang="en-US" sz="3400" dirty="0"/>
              <a:t> all the malware infected systems present in the network immediately</a:t>
            </a:r>
          </a:p>
          <a:p>
            <a:r>
              <a:rPr lang="en-US" sz="3400" b="1" dirty="0"/>
              <a:t>Filter</a:t>
            </a:r>
            <a:r>
              <a:rPr lang="en-US" sz="3400" dirty="0"/>
              <a:t> the ports and secure the protocols that are affecting the network </a:t>
            </a:r>
          </a:p>
          <a:p>
            <a:r>
              <a:rPr lang="en-US" sz="3400" b="1" dirty="0"/>
              <a:t>Install</a:t>
            </a:r>
            <a:r>
              <a:rPr lang="en-US" sz="3400" dirty="0"/>
              <a:t> URL / spam filtering software on the email server </a:t>
            </a:r>
          </a:p>
          <a:p>
            <a:r>
              <a:rPr lang="en-US" sz="3400" b="1" dirty="0"/>
              <a:t>Block</a:t>
            </a:r>
            <a:r>
              <a:rPr lang="en-US" sz="3400" dirty="0"/>
              <a:t> malicious website URLs</a:t>
            </a:r>
          </a:p>
          <a:p>
            <a:r>
              <a:rPr lang="en-US" sz="3400" b="1" dirty="0"/>
              <a:t>Limit</a:t>
            </a:r>
            <a:r>
              <a:rPr lang="en-US" sz="3400" dirty="0"/>
              <a:t> privileges of employees to prevent installation and spreading of malicious or unwanted programs</a:t>
            </a:r>
          </a:p>
          <a:p>
            <a:r>
              <a:rPr lang="en-US" sz="3400" b="1" dirty="0"/>
              <a:t>Change</a:t>
            </a:r>
            <a:r>
              <a:rPr lang="en-US" sz="3400" dirty="0"/>
              <a:t> passwords for the accounts misused and track the activity of the users involved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steps should be taken to Contain Inappropriate Usage Incidents?</a:t>
            </a:r>
          </a:p>
        </p:txBody>
      </p:sp>
    </p:spTree>
    <p:extLst>
      <p:ext uri="{BB962C8B-B14F-4D97-AF65-F5344CB8AC3E}">
        <p14:creationId xmlns:p14="http://schemas.microsoft.com/office/powerpoint/2010/main" val="197012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10000"/>
          </a:bodyPr>
          <a:lstStyle/>
          <a:p>
            <a:r>
              <a:rPr lang="en-US" sz="3200" dirty="0"/>
              <a:t>Install firewalls and IDPSs to block services that violate the organization’s policies</a:t>
            </a:r>
          </a:p>
          <a:p>
            <a:endParaRPr lang="en-US" sz="3200" dirty="0"/>
          </a:p>
          <a:p>
            <a:r>
              <a:rPr lang="en-US" sz="3200" dirty="0"/>
              <a:t>Configure e-mail servers to attempt to block outbound spam</a:t>
            </a:r>
          </a:p>
          <a:p>
            <a:endParaRPr lang="en-US" sz="3200" dirty="0"/>
          </a:p>
          <a:p>
            <a:r>
              <a:rPr lang="en-US" sz="3200" dirty="0"/>
              <a:t>Use a web proxy server that runs URL filtering software to prevent access to inappropriate or malicious websites</a:t>
            </a:r>
          </a:p>
          <a:p>
            <a:endParaRPr lang="en-US" sz="3200" dirty="0"/>
          </a:p>
          <a:p>
            <a:r>
              <a:rPr lang="en-US" sz="3200" dirty="0"/>
              <a:t>Configure firewalls to send ALL outgoing requests through proxy servers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steps should be taken to Eradicate Inappropriate Usage Incidents?</a:t>
            </a:r>
          </a:p>
        </p:txBody>
      </p:sp>
    </p:spTree>
    <p:extLst>
      <p:ext uri="{BB962C8B-B14F-4D97-AF65-F5344CB8AC3E}">
        <p14:creationId xmlns:p14="http://schemas.microsoft.com/office/powerpoint/2010/main" val="418265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20000"/>
          </a:bodyPr>
          <a:lstStyle/>
          <a:p>
            <a:r>
              <a:rPr lang="en-US" sz="3400" dirty="0"/>
              <a:t>Consult with human resources and the legal department regarding the procedures to handle inappropriate usage incidents</a:t>
            </a:r>
          </a:p>
          <a:p>
            <a:endParaRPr lang="en-US" sz="3400" dirty="0"/>
          </a:p>
          <a:p>
            <a:r>
              <a:rPr lang="en-US" sz="3400" dirty="0"/>
              <a:t>Provide training to ALL employees to ensure awareness of policies</a:t>
            </a:r>
          </a:p>
          <a:p>
            <a:endParaRPr lang="en-US" sz="3400" dirty="0"/>
          </a:p>
          <a:p>
            <a:r>
              <a:rPr lang="en-US" sz="3400" dirty="0"/>
              <a:t>Provide proper guidelines and policies about downloading content using the organization's systems and networks </a:t>
            </a:r>
          </a:p>
          <a:p>
            <a:endParaRPr lang="en-US" sz="3400" dirty="0"/>
          </a:p>
          <a:p>
            <a:r>
              <a:rPr lang="en-US" sz="3400" dirty="0"/>
              <a:t>Keep antivirus software signatures updated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steps should be taken to Recover after Inappropriate Usage Incidents?</a:t>
            </a:r>
          </a:p>
        </p:txBody>
      </p:sp>
    </p:spTree>
    <p:extLst>
      <p:ext uri="{BB962C8B-B14F-4D97-AF65-F5344CB8AC3E}">
        <p14:creationId xmlns:p14="http://schemas.microsoft.com/office/powerpoint/2010/main" val="155582481"/>
      </p:ext>
    </p:extLst>
  </p:cSld>
  <p:clrMapOvr>
    <a:masterClrMapping/>
  </p:clrMapOvr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6B96CF19-4BAF-453C-8C46-6FA8AA5E100D}"/>
</file>

<file path=customXml/itemProps2.xml><?xml version="1.0" encoding="utf-8"?>
<ds:datastoreItem xmlns:ds="http://schemas.openxmlformats.org/officeDocument/2006/customXml" ds:itemID="{C0BC04C4-7727-49FD-8EEB-9D96CE8153E6}"/>
</file>

<file path=customXml/itemProps3.xml><?xml version="1.0" encoding="utf-8"?>
<ds:datastoreItem xmlns:ds="http://schemas.openxmlformats.org/officeDocument/2006/customXml" ds:itemID="{0775B4F3-716A-4D5D-A0D1-76DD89682725}"/>
</file>

<file path=docProps/app.xml><?xml version="1.0" encoding="utf-8"?>
<Properties xmlns="http://schemas.openxmlformats.org/officeDocument/2006/extended-properties" xmlns:vt="http://schemas.openxmlformats.org/officeDocument/2006/docPropsVTypes">
  <TotalTime>2594</TotalTime>
  <Words>263</Words>
  <Application>Microsoft Office PowerPoint</Application>
  <PresentationFormat>Widescreen</PresentationFormat>
  <Paragraphs>42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an Inappropriate Usage Incident?</vt:lpstr>
      <vt:lpstr>What techniques can the IH&amp;R team use to detect Inappropriate Usage Incidents?</vt:lpstr>
      <vt:lpstr>What steps should be taken to Contain Inappropriate Usage Incidents?</vt:lpstr>
      <vt:lpstr>What steps should be taken to Eradicate Inappropriate Usage Incidents?</vt:lpstr>
      <vt:lpstr>What steps should be taken to Recover after Inappropriate Usage Incidents?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132</cp:revision>
  <cp:lastPrinted>2020-04-29T19:12:33Z</cp:lastPrinted>
  <dcterms:created xsi:type="dcterms:W3CDTF">2020-04-24T18:08:50Z</dcterms:created>
  <dcterms:modified xsi:type="dcterms:W3CDTF">2020-09-23T17:59:50Z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