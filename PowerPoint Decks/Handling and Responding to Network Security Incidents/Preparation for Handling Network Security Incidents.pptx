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80" r:id="rId2"/>
    <p:sldId id="2882" r:id="rId3"/>
    <p:sldId id="2883" r:id="rId4"/>
    <p:sldId id="2884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2479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8921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dirty="0"/>
              <a:t>Organizations require a proper network IH&amp;R process in order to detect and contain network attacks as early as possible to minimize data losses and maintain business continuity.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In addition, the network IH&amp;R process will help organizations to develop threat intelligence, and build an incident response team equipped with the proper tools to address ongoing threats.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Why is Network Incident Handling important?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Unauthorized Access</a:t>
            </a:r>
          </a:p>
          <a:p>
            <a:r>
              <a:rPr lang="en-US" sz="3400" dirty="0"/>
              <a:t>Inappropriate Usage</a:t>
            </a:r>
          </a:p>
          <a:p>
            <a:r>
              <a:rPr lang="en-US" sz="3400" dirty="0"/>
              <a:t>Denial of Service (DoS) / Distributed Denial of Service (DDoS)</a:t>
            </a:r>
          </a:p>
          <a:p>
            <a:r>
              <a:rPr lang="en-US" sz="3400" dirty="0"/>
              <a:t>Wireless Networks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common network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r>
              <a:rPr lang="en-US" sz="3400" dirty="0"/>
              <a:t>Communicate the goals of IH&amp;R processes to </a:t>
            </a:r>
            <a:r>
              <a:rPr lang="en-US" sz="3400" b="1" dirty="0"/>
              <a:t>ALL members of the organization</a:t>
            </a:r>
            <a:r>
              <a:rPr lang="en-US" sz="3400" dirty="0"/>
              <a:t>.</a:t>
            </a:r>
          </a:p>
          <a:p>
            <a:endParaRPr lang="en-US" sz="3400" dirty="0"/>
          </a:p>
          <a:p>
            <a:r>
              <a:rPr lang="en-US" sz="3400" dirty="0"/>
              <a:t>Configure network perimeter control devices such as firewalls, IDS, and IPS systems to </a:t>
            </a:r>
            <a:r>
              <a:rPr lang="en-US" sz="3400" b="1" dirty="0"/>
              <a:t>log all the access attempts</a:t>
            </a:r>
            <a:r>
              <a:rPr lang="en-US" sz="3400" dirty="0"/>
              <a:t> and </a:t>
            </a:r>
            <a:r>
              <a:rPr lang="en-US" sz="3400" b="1" dirty="0"/>
              <a:t>send notifications</a:t>
            </a:r>
            <a:r>
              <a:rPr lang="en-US" sz="3400" dirty="0"/>
              <a:t> regarding the attempts of intrusion to the administrator or incident response team. </a:t>
            </a:r>
          </a:p>
          <a:p>
            <a:endParaRPr lang="en-US" sz="3400" dirty="0"/>
          </a:p>
          <a:p>
            <a:r>
              <a:rPr lang="en-US" sz="3400" dirty="0"/>
              <a:t>Implement Syslog or any other centralized logging mechanism to backup logs from all the network security devices to a single location. </a:t>
            </a:r>
            <a:r>
              <a:rPr lang="en-US" sz="3400" b="1" dirty="0"/>
              <a:t>This will help in analysis and correlation of logs.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preparation steps or guidelines that are followed by incident handlers for network incidents?</a:t>
            </a:r>
          </a:p>
        </p:txBody>
      </p:sp>
    </p:spTree>
    <p:extLst>
      <p:ext uri="{BB962C8B-B14F-4D97-AF65-F5344CB8AC3E}">
        <p14:creationId xmlns:p14="http://schemas.microsoft.com/office/powerpoint/2010/main" val="197012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b="1" dirty="0"/>
              <a:t>Clearly define the roles and responsibility</a:t>
            </a:r>
            <a:r>
              <a:rPr lang="en-US" sz="3400" dirty="0"/>
              <a:t> of all the users, administrators, and IH&amp;R </a:t>
            </a:r>
            <a:r>
              <a:rPr lang="en-US" sz="3400"/>
              <a:t>team personnel </a:t>
            </a:r>
            <a:r>
              <a:rPr lang="en-US" sz="3400" dirty="0"/>
              <a:t>during the incident response process in maintaining secure access to network infrastructure</a:t>
            </a:r>
          </a:p>
          <a:p>
            <a:endParaRPr lang="en-US" sz="3400" dirty="0"/>
          </a:p>
          <a:p>
            <a:r>
              <a:rPr lang="en-US" sz="3400" dirty="0"/>
              <a:t>Provide all the IH&amp;R team members necessary training and </a:t>
            </a:r>
            <a:r>
              <a:rPr lang="en-US" sz="3400" b="1" dirty="0"/>
              <a:t>conduct practice sessions</a:t>
            </a:r>
            <a:r>
              <a:rPr lang="en-US" sz="3400" dirty="0"/>
              <a:t> to verify the team’s efficiency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preparation steps or guidelines that are followed by incident handlers for network incidents?</a:t>
            </a:r>
          </a:p>
        </p:txBody>
      </p:sp>
    </p:spTree>
    <p:extLst>
      <p:ext uri="{BB962C8B-B14F-4D97-AF65-F5344CB8AC3E}">
        <p14:creationId xmlns:p14="http://schemas.microsoft.com/office/powerpoint/2010/main" val="303022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76411F25-199C-495E-8A87-81EE20FC4F69}"/>
</file>

<file path=customXml/itemProps2.xml><?xml version="1.0" encoding="utf-8"?>
<ds:datastoreItem xmlns:ds="http://schemas.openxmlformats.org/officeDocument/2006/customXml" ds:itemID="{251E5F99-1BF6-44FB-9231-FC9C7C841CBC}"/>
</file>

<file path=customXml/itemProps3.xml><?xml version="1.0" encoding="utf-8"?>
<ds:datastoreItem xmlns:ds="http://schemas.openxmlformats.org/officeDocument/2006/customXml" ds:itemID="{508E14E7-5DF2-42B9-8E73-D62D59F8ECA3}"/>
</file>

<file path=docProps/app.xml><?xml version="1.0" encoding="utf-8"?>
<Properties xmlns="http://schemas.openxmlformats.org/officeDocument/2006/extended-properties" xmlns:vt="http://schemas.openxmlformats.org/officeDocument/2006/docPropsVTypes">
  <TotalTime>2491</TotalTime>
  <Words>268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Why is Network Incident Handling important?</vt:lpstr>
      <vt:lpstr>What are common network security incidents?</vt:lpstr>
      <vt:lpstr>What are the preparation steps or guidelines that are followed by incident handlers for network incidents?</vt:lpstr>
      <vt:lpstr>What are the preparation steps or guidelines that are followed by incident handlers for network incidents?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118</cp:revision>
  <cp:lastPrinted>2020-04-29T19:12:33Z</cp:lastPrinted>
  <dcterms:created xsi:type="dcterms:W3CDTF">2020-04-24T18:08:50Z</dcterms:created>
  <dcterms:modified xsi:type="dcterms:W3CDTF">2020-09-21T17:54:38Z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