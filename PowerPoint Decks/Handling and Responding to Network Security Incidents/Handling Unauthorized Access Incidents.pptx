
<file path=[Content_Types].xml><?xml version="1.0" encoding="utf-8"?>
<Types xmlns="http://schemas.openxmlformats.org/package/2006/content-types">
  <Default Extension="png" ContentType="image/png"/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10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Masters/notesMaster1.xml" ContentType="application/vnd.openxmlformats-officedocument.presentationml.notes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2.xml" ContentType="application/vnd.openxmlformats-officedocument.customXmlProperties+xml"/>
  <Override PartName="/customXml/itemProps1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0"/>
  </p:notesMasterIdLst>
  <p:sldIdLst>
    <p:sldId id="2880" r:id="rId2"/>
    <p:sldId id="2882" r:id="rId3"/>
    <p:sldId id="2883" r:id="rId4"/>
    <p:sldId id="2887" r:id="rId5"/>
    <p:sldId id="2888" r:id="rId6"/>
    <p:sldId id="2889" r:id="rId7"/>
    <p:sldId id="2890" r:id="rId8"/>
    <p:sldId id="2891" r:id="rId9"/>
  </p:sldIdLst>
  <p:sldSz cx="12192000" cy="6858000"/>
  <p:notesSz cx="7010400" cy="92964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67" d="100"/>
          <a:sy n="67" d="100"/>
        </p:scale>
        <p:origin x="644" y="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17" Type="http://schemas.openxmlformats.org/officeDocument/2006/relationships/customXml" Target="../customXml/item3.xml"/><Relationship Id="rId2" Type="http://schemas.openxmlformats.org/officeDocument/2006/relationships/slide" Target="slides/slide1.xml"/><Relationship Id="rId16" Type="http://schemas.openxmlformats.org/officeDocument/2006/relationships/customXml" Target="../customXml/item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customXml" Target="../customXml/item1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7840" cy="466434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70938" y="0"/>
            <a:ext cx="3037840" cy="466434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r">
              <a:defRPr sz="1200"/>
            </a:lvl1pPr>
          </a:lstStyle>
          <a:p>
            <a:fld id="{F550400D-634F-4ECE-8B99-E301607E417A}" type="datetimeFigureOut">
              <a:rPr lang="en-US" smtClean="0"/>
              <a:t>9/21/2020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717550" y="1162050"/>
            <a:ext cx="5575300" cy="31369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3177" tIns="46589" rIns="93177" bIns="46589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1040" y="4473892"/>
            <a:ext cx="5608320" cy="3660458"/>
          </a:xfrm>
          <a:prstGeom prst="rect">
            <a:avLst/>
          </a:prstGeom>
        </p:spPr>
        <p:txBody>
          <a:bodyPr vert="horz" lIns="93177" tIns="46589" rIns="93177" bIns="46589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829967"/>
            <a:ext cx="3037840" cy="466433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70938" y="8829967"/>
            <a:ext cx="3037840" cy="466433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r">
              <a:defRPr sz="1200"/>
            </a:lvl1pPr>
          </a:lstStyle>
          <a:p>
            <a:fld id="{22CA5BA8-5709-4BCF-8567-BC7E030021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763419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defTabSz="931774">
              <a:defRPr/>
            </a:pPr>
            <a:fld id="{90E1908C-B156-4A85-BA85-F48C61D5A02D}" type="slidenum">
              <a:rPr lang="en-US" sz="1300">
                <a:solidFill>
                  <a:prstClr val="black"/>
                </a:solidFill>
                <a:latin typeface="Calibri" panose="020F0502020204030204"/>
              </a:rPr>
              <a:pPr defTabSz="931774">
                <a:defRPr/>
              </a:pPr>
              <a:t>1</a:t>
            </a:fld>
            <a:endParaRPr lang="en-US" sz="1300">
              <a:solidFill>
                <a:prstClr val="black"/>
              </a:solidFill>
              <a:latin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58324831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defTabSz="931774">
              <a:defRPr/>
            </a:pPr>
            <a:fld id="{90E1908C-B156-4A85-BA85-F48C61D5A02D}" type="slidenum">
              <a:rPr lang="en-US" sz="1300">
                <a:solidFill>
                  <a:prstClr val="black"/>
                </a:solidFill>
                <a:latin typeface="Calibri" panose="020F0502020204030204"/>
              </a:rPr>
              <a:pPr defTabSz="931774">
                <a:defRPr/>
              </a:pPr>
              <a:t>2</a:t>
            </a:fld>
            <a:endParaRPr lang="en-US" sz="1300">
              <a:solidFill>
                <a:prstClr val="black"/>
              </a:solidFill>
              <a:latin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149500311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defTabSz="931774">
              <a:defRPr/>
            </a:pPr>
            <a:fld id="{90E1908C-B156-4A85-BA85-F48C61D5A02D}" type="slidenum">
              <a:rPr lang="en-US" sz="1300">
                <a:solidFill>
                  <a:prstClr val="black"/>
                </a:solidFill>
                <a:latin typeface="Calibri" panose="020F0502020204030204"/>
              </a:rPr>
              <a:pPr defTabSz="931774">
                <a:defRPr/>
              </a:pPr>
              <a:t>3</a:t>
            </a:fld>
            <a:endParaRPr lang="en-US" sz="1300">
              <a:solidFill>
                <a:prstClr val="black"/>
              </a:solidFill>
              <a:latin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87247991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defTabSz="931774">
              <a:defRPr/>
            </a:pPr>
            <a:fld id="{90E1908C-B156-4A85-BA85-F48C61D5A02D}" type="slidenum">
              <a:rPr lang="en-US" sz="1300">
                <a:solidFill>
                  <a:prstClr val="black"/>
                </a:solidFill>
                <a:latin typeface="Calibri" panose="020F0502020204030204"/>
              </a:rPr>
              <a:pPr defTabSz="931774">
                <a:defRPr/>
              </a:pPr>
              <a:t>4</a:t>
            </a:fld>
            <a:endParaRPr lang="en-US" sz="1300">
              <a:solidFill>
                <a:prstClr val="black"/>
              </a:solidFill>
              <a:latin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127342782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defTabSz="931774">
              <a:defRPr/>
            </a:pPr>
            <a:fld id="{90E1908C-B156-4A85-BA85-F48C61D5A02D}" type="slidenum">
              <a:rPr lang="en-US" sz="1300">
                <a:solidFill>
                  <a:prstClr val="black"/>
                </a:solidFill>
                <a:latin typeface="Calibri" panose="020F0502020204030204"/>
              </a:rPr>
              <a:pPr defTabSz="931774">
                <a:defRPr/>
              </a:pPr>
              <a:t>5</a:t>
            </a:fld>
            <a:endParaRPr lang="en-US" sz="1300">
              <a:solidFill>
                <a:prstClr val="black"/>
              </a:solidFill>
              <a:latin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233867315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defTabSz="931774">
              <a:defRPr/>
            </a:pPr>
            <a:fld id="{90E1908C-B156-4A85-BA85-F48C61D5A02D}" type="slidenum">
              <a:rPr lang="en-US" sz="1300">
                <a:solidFill>
                  <a:prstClr val="black"/>
                </a:solidFill>
                <a:latin typeface="Calibri" panose="020F0502020204030204"/>
              </a:rPr>
              <a:pPr defTabSz="931774">
                <a:defRPr/>
              </a:pPr>
              <a:t>6</a:t>
            </a:fld>
            <a:endParaRPr lang="en-US" sz="1300">
              <a:solidFill>
                <a:prstClr val="black"/>
              </a:solidFill>
              <a:latin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76654690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defTabSz="931774">
              <a:defRPr/>
            </a:pPr>
            <a:fld id="{90E1908C-B156-4A85-BA85-F48C61D5A02D}" type="slidenum">
              <a:rPr lang="en-US" sz="1300">
                <a:solidFill>
                  <a:prstClr val="black"/>
                </a:solidFill>
                <a:latin typeface="Calibri" panose="020F0502020204030204"/>
              </a:rPr>
              <a:pPr defTabSz="931774">
                <a:defRPr/>
              </a:pPr>
              <a:t>7</a:t>
            </a:fld>
            <a:endParaRPr lang="en-US" sz="1300">
              <a:solidFill>
                <a:prstClr val="black"/>
              </a:solidFill>
              <a:latin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56199142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defTabSz="931774">
              <a:defRPr/>
            </a:pPr>
            <a:fld id="{90E1908C-B156-4A85-BA85-F48C61D5A02D}" type="slidenum">
              <a:rPr lang="en-US" sz="1300">
                <a:solidFill>
                  <a:prstClr val="black"/>
                </a:solidFill>
                <a:latin typeface="Calibri" panose="020F0502020204030204"/>
              </a:rPr>
              <a:pPr defTabSz="931774">
                <a:defRPr/>
              </a:pPr>
              <a:t>8</a:t>
            </a:fld>
            <a:endParaRPr lang="en-US" sz="1300">
              <a:solidFill>
                <a:prstClr val="black"/>
              </a:solidFill>
              <a:latin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62496403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4FFCC102-5D77-AB4A-B015-62CEE166E515}"/>
              </a:ext>
            </a:extLst>
          </p:cNvPr>
          <p:cNvSpPr/>
          <p:nvPr userDrawn="1"/>
        </p:nvSpPr>
        <p:spPr>
          <a:xfrm>
            <a:off x="76199" y="1257301"/>
            <a:ext cx="12039600" cy="5524499"/>
          </a:xfrm>
          <a:prstGeom prst="rect">
            <a:avLst/>
          </a:prstGeom>
          <a:solidFill>
            <a:schemeClr val="tx1"/>
          </a:solidFill>
          <a:ln w="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>
                <a:solidFill>
                  <a:schemeClr val="tx1"/>
                </a:solidFill>
              </a:ln>
              <a:solidFill>
                <a:schemeClr val="bg1"/>
              </a:solidFill>
            </a:endParaRP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F66CB8CD-22B6-8E44-A0B2-E202A3F50FC0}"/>
              </a:ext>
            </a:extLst>
          </p:cNvPr>
          <p:cNvCxnSpPr>
            <a:cxnSpLocks/>
          </p:cNvCxnSpPr>
          <p:nvPr userDrawn="1"/>
        </p:nvCxnSpPr>
        <p:spPr>
          <a:xfrm>
            <a:off x="76199" y="1257301"/>
            <a:ext cx="12039600" cy="0"/>
          </a:xfrm>
          <a:prstGeom prst="line">
            <a:avLst/>
          </a:prstGeom>
          <a:ln w="25400"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pic>
        <p:nvPicPr>
          <p:cNvPr id="9" name="Picture 8">
            <a:extLst>
              <a:ext uri="{FF2B5EF4-FFF2-40B4-BE49-F238E27FC236}">
                <a16:creationId xmlns:a16="http://schemas.microsoft.com/office/drawing/2014/main" id="{91E13A89-D0B2-A346-9918-7B58BA5F80B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22486" b="28721"/>
          <a:stretch/>
        </p:blipFill>
        <p:spPr>
          <a:xfrm>
            <a:off x="409554" y="221946"/>
            <a:ext cx="2688317" cy="833317"/>
          </a:xfrm>
          <a:prstGeom prst="rect">
            <a:avLst/>
          </a:prstGeom>
        </p:spPr>
      </p:pic>
      <p:sp>
        <p:nvSpPr>
          <p:cNvPr id="8" name="Title 1">
            <a:extLst>
              <a:ext uri="{FF2B5EF4-FFF2-40B4-BE49-F238E27FC236}">
                <a16:creationId xmlns:a16="http://schemas.microsoft.com/office/drawing/2014/main" id="{E537DE53-9F91-F144-B090-6891FC7F64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21782" y="1354512"/>
            <a:ext cx="10515600" cy="1882337"/>
          </a:xfrm>
          <a:prstGeom prst="rect">
            <a:avLst/>
          </a:prstGeom>
          <a:ln>
            <a:noFill/>
          </a:ln>
        </p:spPr>
        <p:txBody>
          <a:bodyPr anchor="b"/>
          <a:lstStyle>
            <a:lvl1pPr algn="r"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9C3AB1C3-283D-F547-BE60-C0223B09E9F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121782" y="3539550"/>
            <a:ext cx="10515600" cy="959999"/>
          </a:xfrm>
          <a:prstGeom prst="rect">
            <a:avLst/>
          </a:prstGeom>
        </p:spPr>
        <p:txBody>
          <a:bodyPr/>
          <a:lstStyle>
            <a:lvl1pPr marL="0" indent="0" algn="r">
              <a:buNone/>
              <a:defRPr sz="2400" b="1" i="0">
                <a:solidFill>
                  <a:schemeClr val="bg1"/>
                </a:solidFill>
                <a:latin typeface="Proxima Nova Semibold" panose="02000506030000020004" pitchFamily="2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0105044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pyright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B8550376-BED7-4B46-B83A-D8C4218AB513}"/>
              </a:ext>
            </a:extLst>
          </p:cNvPr>
          <p:cNvSpPr/>
          <p:nvPr userDrawn="1"/>
        </p:nvSpPr>
        <p:spPr>
          <a:xfrm>
            <a:off x="76199" y="1257301"/>
            <a:ext cx="12039600" cy="5524499"/>
          </a:xfrm>
          <a:prstGeom prst="rect">
            <a:avLst/>
          </a:prstGeom>
          <a:solidFill>
            <a:schemeClr val="tx1"/>
          </a:solidFill>
          <a:ln w="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>
                <a:solidFill>
                  <a:schemeClr val="tx1"/>
                </a:solidFill>
              </a:ln>
              <a:solidFill>
                <a:schemeClr val="bg1"/>
              </a:solidFill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3B7B21E-0316-A247-8CEE-8DE76EAD7C95}"/>
              </a:ext>
            </a:extLst>
          </p:cNvPr>
          <p:cNvCxnSpPr>
            <a:cxnSpLocks/>
          </p:cNvCxnSpPr>
          <p:nvPr userDrawn="1"/>
        </p:nvCxnSpPr>
        <p:spPr>
          <a:xfrm>
            <a:off x="76199" y="1257301"/>
            <a:ext cx="12039600" cy="0"/>
          </a:xfrm>
          <a:prstGeom prst="line">
            <a:avLst/>
          </a:prstGeom>
          <a:ln w="25400"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pic>
        <p:nvPicPr>
          <p:cNvPr id="9" name="Picture 8">
            <a:extLst>
              <a:ext uri="{FF2B5EF4-FFF2-40B4-BE49-F238E27FC236}">
                <a16:creationId xmlns:a16="http://schemas.microsoft.com/office/drawing/2014/main" id="{1FFA49D0-3C17-1747-A936-9501950BD56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22486" b="28721"/>
          <a:stretch/>
        </p:blipFill>
        <p:spPr>
          <a:xfrm>
            <a:off x="409554" y="221946"/>
            <a:ext cx="2688317" cy="833317"/>
          </a:xfrm>
          <a:prstGeom prst="rect">
            <a:avLst/>
          </a:prstGeom>
        </p:spPr>
      </p:pic>
      <p:sp>
        <p:nvSpPr>
          <p:cNvPr id="12" name="Subtitle 2">
            <a:extLst>
              <a:ext uri="{FF2B5EF4-FFF2-40B4-BE49-F238E27FC236}">
                <a16:creationId xmlns:a16="http://schemas.microsoft.com/office/drawing/2014/main" id="{004542C0-6F92-F542-B358-53649EAA8761}"/>
              </a:ext>
            </a:extLst>
          </p:cNvPr>
          <p:cNvSpPr txBox="1">
            <a:spLocks/>
          </p:cNvSpPr>
          <p:nvPr userDrawn="1"/>
        </p:nvSpPr>
        <p:spPr>
          <a:xfrm>
            <a:off x="624051" y="5195340"/>
            <a:ext cx="10943897" cy="125335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Courier New" panose="02070309020205020404" pitchFamily="49" charset="0"/>
              <a:buNone/>
              <a:tabLst/>
              <a:defRPr sz="2800" b="1" i="0" kern="1200">
                <a:solidFill>
                  <a:schemeClr val="tx1"/>
                </a:solidFill>
                <a:latin typeface="Proxima Nova Semibold" panose="02000506030000020004" pitchFamily="2" charset="0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ourier New" panose="02070309020205020404" pitchFamily="49" charset="0"/>
              <a:buNone/>
              <a:tabLst/>
              <a:defRPr sz="2000" b="0" i="0" kern="1200">
                <a:solidFill>
                  <a:srgbClr val="525656"/>
                </a:solidFill>
                <a:latin typeface="Adelle Sans" panose="02000503000000020004" pitchFamily="2" charset="77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ourier New" panose="02070309020205020404" pitchFamily="49" charset="0"/>
              <a:buNone/>
              <a:tabLst/>
              <a:defRPr sz="1800" b="0" i="0" kern="1200">
                <a:solidFill>
                  <a:srgbClr val="525656"/>
                </a:solidFill>
                <a:latin typeface="Adelle Sans" panose="02000503000000020004" pitchFamily="2" charset="77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ourier New" panose="02070309020205020404" pitchFamily="49" charset="0"/>
              <a:buNone/>
              <a:tabLst/>
              <a:defRPr sz="1600" b="0" i="0" kern="1200">
                <a:solidFill>
                  <a:srgbClr val="525656"/>
                </a:solidFill>
                <a:latin typeface="Adelle Sans" panose="02000503000000020004" pitchFamily="2" charset="77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ourier New" panose="02070309020205020404" pitchFamily="49" charset="0"/>
              <a:buNone/>
              <a:tabLst/>
              <a:defRPr sz="1600" b="0" i="0" kern="1200">
                <a:solidFill>
                  <a:srgbClr val="525656"/>
                </a:solidFill>
                <a:latin typeface="Adelle Sans" panose="02000503000000020004" pitchFamily="2" charset="77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600" b="0" i="0">
                <a:solidFill>
                  <a:schemeClr val="bg1"/>
                </a:solidFill>
                <a:latin typeface="Adelle Sans" panose="02000503000000020004" pitchFamily="2" charset="77"/>
              </a:rPr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37542507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F951679-C038-3D4F-B9C6-BD4097A52467}"/>
              </a:ext>
            </a:extLst>
          </p:cNvPr>
          <p:cNvSpPr/>
          <p:nvPr userDrawn="1"/>
        </p:nvSpPr>
        <p:spPr>
          <a:xfrm>
            <a:off x="76200" y="76202"/>
            <a:ext cx="12039600" cy="84580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2ECF62-AF5A-6A4B-8DAF-6576CE0FE94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7124" y="1161288"/>
            <a:ext cx="11175123" cy="4687891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Adelle Sans" panose="02000503000000020004" pitchFamily="2" charset="77"/>
              </a:defRPr>
            </a:lvl1pPr>
            <a:lvl2pPr marL="685800" indent="-228600">
              <a:buFont typeface="Courier New" panose="02070309020205020404" pitchFamily="49" charset="0"/>
              <a:buChar char="o"/>
              <a:defRPr b="0" i="0">
                <a:solidFill>
                  <a:srgbClr val="525656"/>
                </a:solidFill>
                <a:latin typeface="Adelle Sans" panose="02000503000000020004" pitchFamily="2" charset="77"/>
              </a:defRPr>
            </a:lvl2pPr>
            <a:lvl3pPr marL="1143000" indent="-228600">
              <a:buFont typeface="Courier New" panose="02070309020205020404" pitchFamily="49" charset="0"/>
              <a:buChar char="o"/>
              <a:defRPr b="0" i="0">
                <a:solidFill>
                  <a:srgbClr val="525656"/>
                </a:solidFill>
                <a:latin typeface="Adelle Sans" panose="02000503000000020004" pitchFamily="2" charset="77"/>
              </a:defRPr>
            </a:lvl3pPr>
            <a:lvl4pPr marL="1600200" indent="-228600">
              <a:buFont typeface="Courier New" panose="02070309020205020404" pitchFamily="49" charset="0"/>
              <a:buChar char="o"/>
              <a:defRPr b="0" i="0">
                <a:solidFill>
                  <a:srgbClr val="525656"/>
                </a:solidFill>
                <a:latin typeface="Adelle Sans" panose="02000503000000020004" pitchFamily="2" charset="77"/>
              </a:defRPr>
            </a:lvl4pPr>
            <a:lvl5pPr marL="2057400" indent="-228600">
              <a:buFont typeface="Courier New" panose="02070309020205020404" pitchFamily="49" charset="0"/>
              <a:buChar char="o"/>
              <a:defRPr b="0" i="0">
                <a:solidFill>
                  <a:srgbClr val="525656"/>
                </a:solidFill>
                <a:latin typeface="Adelle Sans" panose="02000503000000020004" pitchFamily="2" charset="77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28B7FA2-906C-224F-91E8-737C56BAA8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7124" y="-21891"/>
            <a:ext cx="11175123" cy="1041991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3200" b="1" i="0">
                <a:solidFill>
                  <a:schemeClr val="bg1"/>
                </a:solidFill>
                <a:latin typeface="Proxima Nova" panose="02000506030000020004" pitchFamily="2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4CCF5606-6DC5-4A43-91BA-969B5443296E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66281" b="-1742"/>
          <a:stretch/>
        </p:blipFill>
        <p:spPr>
          <a:xfrm>
            <a:off x="275249" y="5904491"/>
            <a:ext cx="686450" cy="732790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C34C16D8-B479-BB46-AD7C-0AC4F5CEDC76}"/>
              </a:ext>
            </a:extLst>
          </p:cNvPr>
          <p:cNvSpPr/>
          <p:nvPr userDrawn="1"/>
        </p:nvSpPr>
        <p:spPr>
          <a:xfrm>
            <a:off x="0" y="6781798"/>
            <a:ext cx="12192000" cy="7620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33771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202ADA8A-EE40-8D42-B058-429F77AD6030}"/>
              </a:ext>
            </a:extLst>
          </p:cNvPr>
          <p:cNvSpPr/>
          <p:nvPr userDrawn="1"/>
        </p:nvSpPr>
        <p:spPr>
          <a:xfrm>
            <a:off x="76199" y="1257301"/>
            <a:ext cx="12039600" cy="5524499"/>
          </a:xfrm>
          <a:prstGeom prst="rect">
            <a:avLst/>
          </a:prstGeom>
          <a:solidFill>
            <a:schemeClr val="tx1"/>
          </a:solidFill>
          <a:ln w="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>
                <a:solidFill>
                  <a:schemeClr val="tx1"/>
                </a:solidFill>
              </a:ln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534CEAF-3B24-A242-A428-FB8B1A7D5F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2648054"/>
            <a:ext cx="10515600" cy="1882337"/>
          </a:xfrm>
          <a:prstGeom prst="rect">
            <a:avLst/>
          </a:prstGeom>
          <a:ln>
            <a:noFill/>
          </a:ln>
        </p:spPr>
        <p:txBody>
          <a:bodyPr anchor="b"/>
          <a:lstStyle>
            <a:lvl1pPr algn="ctr"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AB81C1E-F57C-FB49-8A8C-E5F2C60D08C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814406"/>
            <a:ext cx="10515600" cy="959999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 b="1" i="0">
                <a:solidFill>
                  <a:schemeClr val="bg1"/>
                </a:solidFill>
                <a:latin typeface="Proxima Nova Semibold" panose="02000506030000020004" pitchFamily="2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72B0757F-692F-4442-AC10-47BE80EC633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18801" b="16721"/>
          <a:stretch/>
        </p:blipFill>
        <p:spPr>
          <a:xfrm>
            <a:off x="5496490" y="237942"/>
            <a:ext cx="1327643" cy="856044"/>
          </a:xfrm>
          <a:prstGeom prst="rect">
            <a:avLst/>
          </a:prstGeom>
        </p:spPr>
      </p:pic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C75C7F33-8A0F-C247-8673-DF3D12BB0E56}"/>
              </a:ext>
            </a:extLst>
          </p:cNvPr>
          <p:cNvCxnSpPr>
            <a:cxnSpLocks/>
          </p:cNvCxnSpPr>
          <p:nvPr userDrawn="1"/>
        </p:nvCxnSpPr>
        <p:spPr>
          <a:xfrm>
            <a:off x="76199" y="1257301"/>
            <a:ext cx="12039600" cy="0"/>
          </a:xfrm>
          <a:prstGeom prst="line">
            <a:avLst/>
          </a:prstGeom>
          <a:ln w="25400"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182837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5601DA-8347-6048-AFC7-B3EE3A4EDB2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25516" y="1161288"/>
            <a:ext cx="5339256" cy="4247315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Adelle Sans" panose="02000503000000020004" pitchFamily="2" charset="77"/>
              </a:defRPr>
            </a:lvl1pPr>
            <a:lvl2pPr>
              <a:defRPr b="0" i="0">
                <a:latin typeface="Adelle Sans" panose="02000503000000020004" pitchFamily="2" charset="77"/>
              </a:defRPr>
            </a:lvl2pPr>
            <a:lvl3pPr>
              <a:defRPr b="0" i="0">
                <a:latin typeface="Adelle Sans" panose="02000503000000020004" pitchFamily="2" charset="77"/>
              </a:defRPr>
            </a:lvl3pPr>
            <a:lvl4pPr>
              <a:defRPr b="0" i="0">
                <a:latin typeface="Adelle Sans" panose="02000503000000020004" pitchFamily="2" charset="77"/>
              </a:defRPr>
            </a:lvl4pPr>
            <a:lvl5pPr>
              <a:defRPr b="0" i="0">
                <a:latin typeface="Adelle Sans" panose="02000503000000020004" pitchFamily="2" charset="77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448A93EA-740D-534C-9F9A-851CAAFC6F58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6327230" y="1161288"/>
            <a:ext cx="5339256" cy="4247315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Adelle Sans" panose="02000503000000020004" pitchFamily="2" charset="77"/>
              </a:defRPr>
            </a:lvl1pPr>
            <a:lvl2pPr>
              <a:defRPr b="0" i="0">
                <a:latin typeface="Adelle Sans" panose="02000503000000020004" pitchFamily="2" charset="77"/>
              </a:defRPr>
            </a:lvl2pPr>
            <a:lvl3pPr>
              <a:defRPr b="0" i="0">
                <a:latin typeface="Adelle Sans" panose="02000503000000020004" pitchFamily="2" charset="77"/>
              </a:defRPr>
            </a:lvl3pPr>
            <a:lvl4pPr>
              <a:defRPr b="0" i="0">
                <a:latin typeface="Adelle Sans" panose="02000503000000020004" pitchFamily="2" charset="77"/>
              </a:defRPr>
            </a:lvl4pPr>
            <a:lvl5pPr>
              <a:defRPr b="0" i="0">
                <a:latin typeface="Adelle Sans" panose="02000503000000020004" pitchFamily="2" charset="77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E841E47F-9CBC-DD48-8C04-77F3D57C3379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66281" b="-1742"/>
          <a:stretch/>
        </p:blipFill>
        <p:spPr>
          <a:xfrm>
            <a:off x="275249" y="5904491"/>
            <a:ext cx="686450" cy="732790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3D2B1C16-A483-9045-B5B4-5312C63A98DF}"/>
              </a:ext>
            </a:extLst>
          </p:cNvPr>
          <p:cNvSpPr/>
          <p:nvPr userDrawn="1"/>
        </p:nvSpPr>
        <p:spPr>
          <a:xfrm>
            <a:off x="0" y="6781798"/>
            <a:ext cx="12192000" cy="7620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2CDC1CD-60B7-3A48-9555-D2A53A2C6D9B}"/>
              </a:ext>
            </a:extLst>
          </p:cNvPr>
          <p:cNvSpPr/>
          <p:nvPr userDrawn="1"/>
        </p:nvSpPr>
        <p:spPr>
          <a:xfrm>
            <a:off x="76200" y="76202"/>
            <a:ext cx="12039600" cy="84580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8F647ED5-144A-1F43-9397-C331DF9F50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7124" y="-21891"/>
            <a:ext cx="11175123" cy="1041991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3200" b="1" i="0">
                <a:solidFill>
                  <a:schemeClr val="bg1"/>
                </a:solidFill>
                <a:latin typeface="Proxima Nova" panose="02000506030000020004" pitchFamily="2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6696415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5601DA-8347-6048-AFC7-B3EE3A4EDB2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25515" y="1161288"/>
            <a:ext cx="11022320" cy="4247315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Adelle Sans" panose="02000503000000020004" pitchFamily="2" charset="77"/>
              </a:defRPr>
            </a:lvl1pPr>
            <a:lvl2pPr>
              <a:defRPr b="0" i="0">
                <a:latin typeface="Adelle Sans" panose="02000503000000020004" pitchFamily="2" charset="77"/>
              </a:defRPr>
            </a:lvl2pPr>
            <a:lvl3pPr>
              <a:defRPr b="0" i="0">
                <a:latin typeface="Adelle Sans" panose="02000503000000020004" pitchFamily="2" charset="77"/>
              </a:defRPr>
            </a:lvl3pPr>
            <a:lvl4pPr>
              <a:defRPr b="0" i="0">
                <a:latin typeface="Adelle Sans" panose="02000503000000020004" pitchFamily="2" charset="77"/>
              </a:defRPr>
            </a:lvl4pPr>
            <a:lvl5pPr>
              <a:defRPr b="0" i="0">
                <a:latin typeface="Adelle Sans" panose="02000503000000020004" pitchFamily="2" charset="77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E841E47F-9CBC-DD48-8C04-77F3D57C3379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66281" b="-1742"/>
          <a:stretch/>
        </p:blipFill>
        <p:spPr>
          <a:xfrm>
            <a:off x="275249" y="5904491"/>
            <a:ext cx="686450" cy="732790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F6293178-3B92-7843-ACDD-A6618DC287B8}"/>
              </a:ext>
            </a:extLst>
          </p:cNvPr>
          <p:cNvSpPr/>
          <p:nvPr userDrawn="1"/>
        </p:nvSpPr>
        <p:spPr>
          <a:xfrm>
            <a:off x="76200" y="76202"/>
            <a:ext cx="12039600" cy="84580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1752F457-B5E3-8F47-95DD-D367B00BA3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7124" y="-21891"/>
            <a:ext cx="11175123" cy="1041991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3200" b="1" i="0">
                <a:solidFill>
                  <a:schemeClr val="bg1"/>
                </a:solidFill>
                <a:latin typeface="Proxima Nova" panose="02000506030000020004" pitchFamily="2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5FC8432-B0CC-124E-92A6-31C64477B9CF}"/>
              </a:ext>
            </a:extLst>
          </p:cNvPr>
          <p:cNvSpPr/>
          <p:nvPr userDrawn="1"/>
        </p:nvSpPr>
        <p:spPr>
          <a:xfrm>
            <a:off x="0" y="6781798"/>
            <a:ext cx="12192000" cy="7620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95415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5601DA-8347-6048-AFC7-B3EE3A4EDB2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903304" y="1161288"/>
            <a:ext cx="6763234" cy="2911642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Adelle Sans" panose="02000503000000020004" pitchFamily="2" charset="77"/>
              </a:defRPr>
            </a:lvl1pPr>
            <a:lvl2pPr>
              <a:defRPr b="0" i="0">
                <a:latin typeface="Adelle Sans" panose="02000503000000020004" pitchFamily="2" charset="77"/>
              </a:defRPr>
            </a:lvl2pPr>
            <a:lvl3pPr>
              <a:defRPr b="0" i="0">
                <a:latin typeface="Adelle Sans" panose="02000503000000020004" pitchFamily="2" charset="77"/>
              </a:defRPr>
            </a:lvl3pPr>
            <a:lvl4pPr>
              <a:defRPr b="0" i="0">
                <a:latin typeface="Adelle Sans" panose="02000503000000020004" pitchFamily="2" charset="77"/>
              </a:defRPr>
            </a:lvl4pPr>
            <a:lvl5pPr>
              <a:defRPr b="0" i="0">
                <a:latin typeface="Adelle Sans" panose="02000503000000020004" pitchFamily="2" charset="77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9B32B816-31A6-5D4A-A375-EC666A89A10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61699" y="1161288"/>
            <a:ext cx="3549974" cy="443746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9126C43-57A2-E347-AD98-A4972DDFF02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r="66281" b="-1742"/>
          <a:stretch/>
        </p:blipFill>
        <p:spPr>
          <a:xfrm>
            <a:off x="275249" y="5904491"/>
            <a:ext cx="686450" cy="732790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9E068130-E2E2-5E46-8F8E-5AB9C589153C}"/>
              </a:ext>
            </a:extLst>
          </p:cNvPr>
          <p:cNvSpPr/>
          <p:nvPr userDrawn="1"/>
        </p:nvSpPr>
        <p:spPr>
          <a:xfrm>
            <a:off x="76200" y="76202"/>
            <a:ext cx="12039600" cy="84580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76860F66-25E7-8E47-8582-F4D74F2E48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7124" y="-21891"/>
            <a:ext cx="11175123" cy="1041991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3200" b="1" i="0">
                <a:solidFill>
                  <a:schemeClr val="bg1"/>
                </a:solidFill>
                <a:latin typeface="Proxima Nova" panose="02000506030000020004" pitchFamily="2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48FC791A-95B2-5E41-9A70-75AB9C875165}"/>
              </a:ext>
            </a:extLst>
          </p:cNvPr>
          <p:cNvSpPr/>
          <p:nvPr userDrawn="1"/>
        </p:nvSpPr>
        <p:spPr>
          <a:xfrm>
            <a:off x="0" y="6781798"/>
            <a:ext cx="12192000" cy="7620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37181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C5CA925-A192-0942-8DCB-09514A19775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25516" y="1118193"/>
            <a:ext cx="5339256" cy="823912"/>
          </a:xfrm>
          <a:prstGeom prst="rect">
            <a:avLst/>
          </a:prstGeom>
        </p:spPr>
        <p:txBody>
          <a:bodyPr anchor="b">
            <a:normAutofit/>
          </a:bodyPr>
          <a:lstStyle>
            <a:lvl1pPr marL="0" indent="0">
              <a:buNone/>
              <a:defRPr sz="2800" b="1" i="0">
                <a:solidFill>
                  <a:schemeClr val="accent6">
                    <a:lumMod val="50000"/>
                  </a:schemeClr>
                </a:solidFill>
                <a:latin typeface="Proxima Nova Semibold" panose="02000506030000020004" pitchFamily="2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5788494-3E34-F041-B8E4-A88C3ED8C5F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25516" y="2051473"/>
            <a:ext cx="5339256" cy="3684588"/>
          </a:xfrm>
          <a:prstGeom prst="rect">
            <a:avLst/>
          </a:prstGeom>
        </p:spPr>
        <p:txBody>
          <a:bodyPr/>
          <a:lstStyle>
            <a:lvl1pPr>
              <a:defRPr sz="2000" b="0" i="0">
                <a:latin typeface="Adelle Sans" panose="02000503000000020004" pitchFamily="2" charset="77"/>
              </a:defRPr>
            </a:lvl1pPr>
            <a:lvl2pPr>
              <a:defRPr sz="1800" b="0" i="0">
                <a:solidFill>
                  <a:srgbClr val="525656"/>
                </a:solidFill>
                <a:latin typeface="Adelle Sans" panose="02000503000000020004" pitchFamily="2" charset="77"/>
              </a:defRPr>
            </a:lvl2pPr>
            <a:lvl3pPr>
              <a:defRPr sz="1600" b="0" i="0">
                <a:solidFill>
                  <a:srgbClr val="525656"/>
                </a:solidFill>
                <a:latin typeface="Adelle Sans" panose="02000503000000020004" pitchFamily="2" charset="77"/>
              </a:defRPr>
            </a:lvl3pPr>
            <a:lvl4pPr>
              <a:defRPr b="0" i="0">
                <a:solidFill>
                  <a:srgbClr val="525656"/>
                </a:solidFill>
                <a:latin typeface="Adelle Sans" panose="02000503000000020004" pitchFamily="2" charset="77"/>
              </a:defRPr>
            </a:lvl4pPr>
            <a:lvl5pPr>
              <a:defRPr b="0" i="0">
                <a:solidFill>
                  <a:srgbClr val="525656"/>
                </a:solidFill>
                <a:latin typeface="Adelle Sans" panose="02000503000000020004" pitchFamily="2" charset="77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Content Placeholder 3">
            <a:extLst>
              <a:ext uri="{FF2B5EF4-FFF2-40B4-BE49-F238E27FC236}">
                <a16:creationId xmlns:a16="http://schemas.microsoft.com/office/drawing/2014/main" id="{51CB6872-94EB-EB45-BDBF-F7D3974C9DE4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6358758" y="2051473"/>
            <a:ext cx="5339256" cy="3684588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Adelle Sans" panose="02000503000000020004" pitchFamily="2" charset="77"/>
              </a:defRPr>
            </a:lvl1pPr>
            <a:lvl2pPr>
              <a:defRPr b="0" i="0">
                <a:solidFill>
                  <a:srgbClr val="525656"/>
                </a:solidFill>
                <a:latin typeface="Adelle Sans" panose="02000503000000020004" pitchFamily="2" charset="77"/>
              </a:defRPr>
            </a:lvl2pPr>
            <a:lvl3pPr>
              <a:defRPr b="0" i="0">
                <a:solidFill>
                  <a:srgbClr val="525656"/>
                </a:solidFill>
                <a:latin typeface="Adelle Sans" panose="02000503000000020004" pitchFamily="2" charset="77"/>
              </a:defRPr>
            </a:lvl3pPr>
            <a:lvl4pPr>
              <a:defRPr b="0" i="0">
                <a:solidFill>
                  <a:srgbClr val="525656"/>
                </a:solidFill>
                <a:latin typeface="Adelle Sans" panose="02000503000000020004" pitchFamily="2" charset="77"/>
              </a:defRPr>
            </a:lvl4pPr>
            <a:lvl5pPr>
              <a:defRPr b="0" i="0">
                <a:solidFill>
                  <a:srgbClr val="525656"/>
                </a:solidFill>
                <a:latin typeface="Adelle Sans" panose="02000503000000020004" pitchFamily="2" charset="77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4DDE1C7E-4CC2-C942-8FC1-BE8CDAB37DB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66281" b="-1742"/>
          <a:stretch/>
        </p:blipFill>
        <p:spPr>
          <a:xfrm>
            <a:off x="275249" y="5904491"/>
            <a:ext cx="686450" cy="732790"/>
          </a:xfrm>
          <a:prstGeom prst="rect">
            <a:avLst/>
          </a:prstGeom>
        </p:spPr>
      </p:pic>
      <p:sp>
        <p:nvSpPr>
          <p:cNvPr id="17" name="Text Placeholder 2">
            <a:extLst>
              <a:ext uri="{FF2B5EF4-FFF2-40B4-BE49-F238E27FC236}">
                <a16:creationId xmlns:a16="http://schemas.microsoft.com/office/drawing/2014/main" id="{3E3E685A-2A2D-6D4B-90D0-C351A9D72C70}"/>
              </a:ext>
            </a:extLst>
          </p:cNvPr>
          <p:cNvSpPr>
            <a:spLocks noGrp="1"/>
          </p:cNvSpPr>
          <p:nvPr>
            <p:ph type="body" idx="14"/>
          </p:nvPr>
        </p:nvSpPr>
        <p:spPr>
          <a:xfrm>
            <a:off x="6358758" y="1118193"/>
            <a:ext cx="5339256" cy="823912"/>
          </a:xfrm>
          <a:prstGeom prst="rect">
            <a:avLst/>
          </a:prstGeom>
        </p:spPr>
        <p:txBody>
          <a:bodyPr anchor="b">
            <a:normAutofit/>
          </a:bodyPr>
          <a:lstStyle>
            <a:lvl1pPr marL="0" indent="0">
              <a:buNone/>
              <a:defRPr sz="2800" b="1" i="0">
                <a:solidFill>
                  <a:schemeClr val="accent6">
                    <a:lumMod val="50000"/>
                  </a:schemeClr>
                </a:solidFill>
                <a:latin typeface="Proxima Nova Semibold" panose="02000506030000020004" pitchFamily="2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DAAE57A-FE05-9C4D-864E-23C54D16BF2F}"/>
              </a:ext>
            </a:extLst>
          </p:cNvPr>
          <p:cNvSpPr/>
          <p:nvPr userDrawn="1"/>
        </p:nvSpPr>
        <p:spPr>
          <a:xfrm>
            <a:off x="76200" y="76202"/>
            <a:ext cx="12039600" cy="84580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A55EC85A-83D7-754F-92C5-D85306B219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7124" y="-21891"/>
            <a:ext cx="11175123" cy="1041991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3200" b="1" i="0">
                <a:solidFill>
                  <a:schemeClr val="bg1"/>
                </a:solidFill>
                <a:latin typeface="Proxima Nova" panose="02000506030000020004" pitchFamily="2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E895DC7-61FB-464B-A0D1-046B8C0906C9}"/>
              </a:ext>
            </a:extLst>
          </p:cNvPr>
          <p:cNvSpPr/>
          <p:nvPr userDrawn="1"/>
        </p:nvSpPr>
        <p:spPr>
          <a:xfrm>
            <a:off x="0" y="6781798"/>
            <a:ext cx="12192000" cy="7620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39244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F51FF22C-90B2-C248-AC4E-B2382376A13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66281" b="-1742"/>
          <a:stretch/>
        </p:blipFill>
        <p:spPr>
          <a:xfrm>
            <a:off x="275249" y="5904491"/>
            <a:ext cx="686450" cy="732790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4870C5A3-B0F2-B343-A1A8-822AF0AFBF36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6334540" y="1530094"/>
            <a:ext cx="5501262" cy="1943146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537D7183-C54B-2B4D-B36F-3DFB8F31E7F4}"/>
              </a:ext>
            </a:extLst>
          </p:cNvPr>
          <p:cNvSpPr/>
          <p:nvPr userDrawn="1"/>
        </p:nvSpPr>
        <p:spPr>
          <a:xfrm>
            <a:off x="73152" y="73152"/>
            <a:ext cx="12039600" cy="84580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1A31B2F-9578-7B4B-A18A-143A08D25286}"/>
              </a:ext>
            </a:extLst>
          </p:cNvPr>
          <p:cNvSpPr/>
          <p:nvPr userDrawn="1"/>
        </p:nvSpPr>
        <p:spPr>
          <a:xfrm>
            <a:off x="0" y="6781798"/>
            <a:ext cx="12192000" cy="7620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Text Placeholder 2">
            <a:extLst>
              <a:ext uri="{FF2B5EF4-FFF2-40B4-BE49-F238E27FC236}">
                <a16:creationId xmlns:a16="http://schemas.microsoft.com/office/drawing/2014/main" id="{87395722-9303-174D-ADA2-E8CEB2DD285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25516" y="1118193"/>
            <a:ext cx="5339256" cy="823912"/>
          </a:xfrm>
          <a:prstGeom prst="rect">
            <a:avLst/>
          </a:prstGeom>
        </p:spPr>
        <p:txBody>
          <a:bodyPr anchor="b">
            <a:normAutofit/>
          </a:bodyPr>
          <a:lstStyle>
            <a:lvl1pPr marL="0" indent="0">
              <a:buNone/>
              <a:defRPr sz="2800" b="1" i="0">
                <a:solidFill>
                  <a:schemeClr val="accent6">
                    <a:lumMod val="50000"/>
                  </a:schemeClr>
                </a:solidFill>
                <a:latin typeface="Proxima Nova Semibold" panose="02000506030000020004" pitchFamily="2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Content Placeholder 3">
            <a:extLst>
              <a:ext uri="{FF2B5EF4-FFF2-40B4-BE49-F238E27FC236}">
                <a16:creationId xmlns:a16="http://schemas.microsoft.com/office/drawing/2014/main" id="{AC5BA04E-B66F-8A48-943B-662CC114090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25516" y="2051473"/>
            <a:ext cx="5339256" cy="3684588"/>
          </a:xfrm>
          <a:prstGeom prst="rect">
            <a:avLst/>
          </a:prstGeom>
        </p:spPr>
        <p:txBody>
          <a:bodyPr/>
          <a:lstStyle>
            <a:lvl1pPr>
              <a:defRPr sz="2000" b="0" i="0">
                <a:latin typeface="Adelle Sans" panose="02000503000000020004" pitchFamily="2" charset="77"/>
              </a:defRPr>
            </a:lvl1pPr>
            <a:lvl2pPr>
              <a:defRPr sz="1800" b="0" i="0">
                <a:solidFill>
                  <a:srgbClr val="525656"/>
                </a:solidFill>
                <a:latin typeface="Adelle Sans" panose="02000503000000020004" pitchFamily="2" charset="77"/>
              </a:defRPr>
            </a:lvl2pPr>
            <a:lvl3pPr>
              <a:defRPr sz="1600" b="0" i="0">
                <a:solidFill>
                  <a:srgbClr val="525656"/>
                </a:solidFill>
                <a:latin typeface="Adelle Sans" panose="02000503000000020004" pitchFamily="2" charset="77"/>
              </a:defRPr>
            </a:lvl3pPr>
            <a:lvl4pPr>
              <a:defRPr b="0" i="0">
                <a:solidFill>
                  <a:srgbClr val="525656"/>
                </a:solidFill>
                <a:latin typeface="Adelle Sans" panose="02000503000000020004" pitchFamily="2" charset="77"/>
              </a:defRPr>
            </a:lvl4pPr>
            <a:lvl5pPr>
              <a:defRPr b="0" i="0">
                <a:solidFill>
                  <a:srgbClr val="525656"/>
                </a:solidFill>
                <a:latin typeface="Adelle Sans" panose="02000503000000020004" pitchFamily="2" charset="77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5D8779A3-A4DE-484C-BE3C-DB7ADCD25B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7124" y="-18288"/>
            <a:ext cx="11175123" cy="1041991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3200" b="1" i="0">
                <a:solidFill>
                  <a:schemeClr val="bg1"/>
                </a:solidFill>
                <a:latin typeface="Proxima Nova" panose="02000506030000020004" pitchFamily="2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5824375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385BD484-3EA0-2E4E-A60B-8C347D911C8D}"/>
              </a:ext>
            </a:extLst>
          </p:cNvPr>
          <p:cNvSpPr/>
          <p:nvPr/>
        </p:nvSpPr>
        <p:spPr>
          <a:xfrm>
            <a:off x="73152" y="73152"/>
            <a:ext cx="12037568" cy="6713728"/>
          </a:xfrm>
          <a:prstGeom prst="rect">
            <a:avLst/>
          </a:prstGeom>
          <a:solidFill>
            <a:srgbClr val="15194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noFill/>
              </a:rPr>
              <a:t>     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9795B372-A8BB-B64B-AD18-74876C5FBE6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7124" y="1161288"/>
            <a:ext cx="10943431" cy="4410031"/>
          </a:xfrm>
          <a:prstGeom prst="rect">
            <a:avLst/>
          </a:prstGeom>
        </p:spPr>
        <p:txBody>
          <a:bodyPr/>
          <a:lstStyle>
            <a:lvl1pPr>
              <a:defRPr b="0" i="0">
                <a:solidFill>
                  <a:schemeClr val="bg1"/>
                </a:solidFill>
                <a:latin typeface="Adelle Sans" panose="02000503000000020004" pitchFamily="2" charset="77"/>
              </a:defRPr>
            </a:lvl1pPr>
            <a:lvl2pPr>
              <a:defRPr b="0" i="0">
                <a:solidFill>
                  <a:schemeClr val="bg1"/>
                </a:solidFill>
                <a:latin typeface="Adelle Sans" panose="02000503000000020004" pitchFamily="2" charset="77"/>
              </a:defRPr>
            </a:lvl2pPr>
            <a:lvl3pPr>
              <a:defRPr b="0" i="0">
                <a:solidFill>
                  <a:schemeClr val="bg1"/>
                </a:solidFill>
                <a:latin typeface="Adelle Sans" panose="02000503000000020004" pitchFamily="2" charset="77"/>
              </a:defRPr>
            </a:lvl3pPr>
            <a:lvl4pPr>
              <a:defRPr b="0" i="0">
                <a:solidFill>
                  <a:schemeClr val="bg1"/>
                </a:solidFill>
                <a:latin typeface="Adelle Sans" panose="02000503000000020004" pitchFamily="2" charset="77"/>
              </a:defRPr>
            </a:lvl4pPr>
            <a:lvl5pPr>
              <a:defRPr b="0" i="0">
                <a:solidFill>
                  <a:schemeClr val="bg1"/>
                </a:solidFill>
                <a:latin typeface="Adelle Sans" panose="02000503000000020004" pitchFamily="2" charset="77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28D42F22-D84C-BA44-A88C-5F7DF96918F8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66281" b="-1742"/>
          <a:stretch/>
        </p:blipFill>
        <p:spPr>
          <a:xfrm>
            <a:off x="275249" y="5904491"/>
            <a:ext cx="686450" cy="732790"/>
          </a:xfrm>
          <a:prstGeom prst="rect">
            <a:avLst/>
          </a:prstGeom>
        </p:spPr>
      </p:pic>
      <p:sp>
        <p:nvSpPr>
          <p:cNvPr id="8" name="Title 1">
            <a:extLst>
              <a:ext uri="{FF2B5EF4-FFF2-40B4-BE49-F238E27FC236}">
                <a16:creationId xmlns:a16="http://schemas.microsoft.com/office/drawing/2014/main" id="{F1B5676D-862E-0E47-9C05-7682B86B57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7124" y="-18288"/>
            <a:ext cx="11175123" cy="1041991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3200" b="1" i="0">
                <a:solidFill>
                  <a:schemeClr val="bg1"/>
                </a:solidFill>
                <a:latin typeface="Proxima Nova" panose="02000506030000020004" pitchFamily="2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402247472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Caption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D5F04465-AABC-3A4F-8FC9-8995FEDCDC6F}"/>
              </a:ext>
            </a:extLst>
          </p:cNvPr>
          <p:cNvSpPr/>
          <p:nvPr/>
        </p:nvSpPr>
        <p:spPr>
          <a:xfrm>
            <a:off x="76200" y="76202"/>
            <a:ext cx="8839200" cy="6674095"/>
          </a:xfrm>
          <a:prstGeom prst="rect">
            <a:avLst/>
          </a:prstGeom>
          <a:solidFill>
            <a:srgbClr val="151945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51EFD6FA-B95F-4B4E-B8E9-6AA2FC82158D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66281" b="-1742"/>
          <a:stretch/>
        </p:blipFill>
        <p:spPr>
          <a:xfrm>
            <a:off x="275249" y="5904491"/>
            <a:ext cx="686450" cy="73279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FAE481BF-4009-2943-A1EB-415987851989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8763000" y="0"/>
            <a:ext cx="3429000" cy="6858000"/>
          </a:xfrm>
          <a:prstGeom prst="rect">
            <a:avLst/>
          </a:prstGeom>
        </p:spPr>
      </p:pic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8C2C405E-EB31-5040-A5D4-B62FD78591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7125" y="1161288"/>
            <a:ext cx="7668688" cy="4410031"/>
          </a:xfrm>
          <a:prstGeom prst="rect">
            <a:avLst/>
          </a:prstGeom>
        </p:spPr>
        <p:txBody>
          <a:bodyPr/>
          <a:lstStyle>
            <a:lvl1pPr>
              <a:defRPr b="0" i="0">
                <a:solidFill>
                  <a:schemeClr val="bg1"/>
                </a:solidFill>
                <a:latin typeface="Adelle Sans" panose="02000503000000020004" pitchFamily="2" charset="77"/>
              </a:defRPr>
            </a:lvl1pPr>
            <a:lvl2pPr>
              <a:defRPr b="0" i="0">
                <a:solidFill>
                  <a:schemeClr val="bg1"/>
                </a:solidFill>
                <a:latin typeface="Adelle Sans" panose="02000503000000020004" pitchFamily="2" charset="77"/>
              </a:defRPr>
            </a:lvl2pPr>
            <a:lvl3pPr>
              <a:defRPr b="0" i="0">
                <a:solidFill>
                  <a:schemeClr val="bg1"/>
                </a:solidFill>
                <a:latin typeface="Adelle Sans" panose="02000503000000020004" pitchFamily="2" charset="77"/>
              </a:defRPr>
            </a:lvl3pPr>
            <a:lvl4pPr>
              <a:defRPr b="0" i="0">
                <a:solidFill>
                  <a:schemeClr val="bg1"/>
                </a:solidFill>
                <a:latin typeface="Adelle Sans" panose="02000503000000020004" pitchFamily="2" charset="77"/>
              </a:defRPr>
            </a:lvl4pPr>
            <a:lvl5pPr>
              <a:defRPr b="0" i="0">
                <a:solidFill>
                  <a:schemeClr val="bg1"/>
                </a:solidFill>
                <a:latin typeface="Adelle Sans" panose="02000503000000020004" pitchFamily="2" charset="77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F9E52FE2-18BD-AE42-8568-24AFE8F2EC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7124" y="-18288"/>
            <a:ext cx="7668689" cy="1041991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3200" b="1" i="0">
                <a:solidFill>
                  <a:schemeClr val="bg1"/>
                </a:solidFill>
                <a:latin typeface="Proxima Nova" panose="02000506030000020004" pitchFamily="2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413222108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HORT Bullets and Imag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F56205AC-B058-5249-8CA7-CB5ED13997D4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66281" b="-1742"/>
          <a:stretch/>
        </p:blipFill>
        <p:spPr>
          <a:xfrm>
            <a:off x="275249" y="5904491"/>
            <a:ext cx="686450" cy="73279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0FBEC28D-04BA-104A-BA4B-BC3FEFA7E2D7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6374771" y="1124903"/>
            <a:ext cx="4576693" cy="4576693"/>
          </a:xfrm>
          <a:prstGeom prst="rect">
            <a:avLst/>
          </a:prstGeom>
        </p:spPr>
      </p:pic>
      <p:sp>
        <p:nvSpPr>
          <p:cNvPr id="7" name="Content Placeholder 3">
            <a:extLst>
              <a:ext uri="{FF2B5EF4-FFF2-40B4-BE49-F238E27FC236}">
                <a16:creationId xmlns:a16="http://schemas.microsoft.com/office/drawing/2014/main" id="{2C8D256E-5B00-D64D-A0EC-80D6BD5541D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25463" y="1161288"/>
            <a:ext cx="4826825" cy="3834805"/>
          </a:xfrm>
          <a:prstGeom prst="rect">
            <a:avLst/>
          </a:prstGeom>
        </p:spPr>
        <p:txBody>
          <a:bodyPr/>
          <a:lstStyle>
            <a:lvl1pPr>
              <a:defRPr sz="2000" b="0" i="0">
                <a:latin typeface="Adelle Sans" panose="02000503000000020004" pitchFamily="2" charset="77"/>
              </a:defRPr>
            </a:lvl1pPr>
            <a:lvl2pPr>
              <a:defRPr sz="1800" b="0" i="0">
                <a:solidFill>
                  <a:srgbClr val="525656"/>
                </a:solidFill>
                <a:latin typeface="Adelle Sans" panose="02000503000000020004" pitchFamily="2" charset="77"/>
              </a:defRPr>
            </a:lvl2pPr>
            <a:lvl3pPr>
              <a:defRPr sz="1600" b="0" i="0">
                <a:solidFill>
                  <a:srgbClr val="525656"/>
                </a:solidFill>
                <a:latin typeface="Adelle Sans" panose="02000503000000020004" pitchFamily="2" charset="77"/>
              </a:defRPr>
            </a:lvl3pPr>
            <a:lvl4pPr>
              <a:defRPr b="0" i="0">
                <a:solidFill>
                  <a:srgbClr val="525656"/>
                </a:solidFill>
                <a:latin typeface="Adelle Sans" panose="02000503000000020004" pitchFamily="2" charset="77"/>
              </a:defRPr>
            </a:lvl4pPr>
            <a:lvl5pPr>
              <a:defRPr b="0" i="0">
                <a:solidFill>
                  <a:srgbClr val="525656"/>
                </a:solidFill>
                <a:latin typeface="Adelle Sans" panose="02000503000000020004" pitchFamily="2" charset="77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B7573F1-14B9-C145-93E8-D66D31701A10}"/>
              </a:ext>
            </a:extLst>
          </p:cNvPr>
          <p:cNvSpPr/>
          <p:nvPr userDrawn="1"/>
        </p:nvSpPr>
        <p:spPr>
          <a:xfrm>
            <a:off x="76200" y="76202"/>
            <a:ext cx="12039600" cy="84580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940DA479-972A-AC44-8FF3-6E03BA01F7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7124" y="-21891"/>
            <a:ext cx="11175123" cy="1041991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3200" b="1" i="0">
                <a:solidFill>
                  <a:schemeClr val="bg1"/>
                </a:solidFill>
                <a:latin typeface="Proxima Nova" panose="02000506030000020004" pitchFamily="2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95658B93-7979-CF45-802B-A99C6576E858}"/>
              </a:ext>
            </a:extLst>
          </p:cNvPr>
          <p:cNvSpPr/>
          <p:nvPr userDrawn="1"/>
        </p:nvSpPr>
        <p:spPr>
          <a:xfrm>
            <a:off x="0" y="6781798"/>
            <a:ext cx="12192000" cy="7620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438033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Line 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F56205AC-B058-5249-8CA7-CB5ED13997D4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66281" b="-1742"/>
          <a:stretch/>
        </p:blipFill>
        <p:spPr>
          <a:xfrm>
            <a:off x="275249" y="5904491"/>
            <a:ext cx="686450" cy="73279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516A5AF1-5967-884E-BB29-5EAC91B62B4B}"/>
              </a:ext>
            </a:extLst>
          </p:cNvPr>
          <p:cNvSpPr/>
          <p:nvPr userDrawn="1"/>
        </p:nvSpPr>
        <p:spPr>
          <a:xfrm>
            <a:off x="76200" y="76201"/>
            <a:ext cx="12039600" cy="1228343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EE2573F-BD73-B044-8C4C-CB67550B3DF3}"/>
              </a:ext>
            </a:extLst>
          </p:cNvPr>
          <p:cNvSpPr/>
          <p:nvPr userDrawn="1"/>
        </p:nvSpPr>
        <p:spPr>
          <a:xfrm>
            <a:off x="0" y="6781798"/>
            <a:ext cx="12192000" cy="7620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F82F6E4A-1F7B-5B40-9689-E5E7AB05684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25515" y="1463040"/>
            <a:ext cx="11022320" cy="4247315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Adelle Sans" panose="02000503000000020004" pitchFamily="2" charset="77"/>
              </a:defRPr>
            </a:lvl1pPr>
            <a:lvl2pPr>
              <a:defRPr b="0" i="0">
                <a:latin typeface="Adelle Sans" panose="02000503000000020004" pitchFamily="2" charset="77"/>
              </a:defRPr>
            </a:lvl2pPr>
            <a:lvl3pPr>
              <a:defRPr b="0" i="0">
                <a:latin typeface="Adelle Sans" panose="02000503000000020004" pitchFamily="2" charset="77"/>
              </a:defRPr>
            </a:lvl3pPr>
            <a:lvl4pPr>
              <a:defRPr b="0" i="0">
                <a:latin typeface="Adelle Sans" panose="02000503000000020004" pitchFamily="2" charset="77"/>
              </a:defRPr>
            </a:lvl4pPr>
            <a:lvl5pPr>
              <a:defRPr b="0" i="0">
                <a:latin typeface="Adelle Sans" panose="02000503000000020004" pitchFamily="2" charset="77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426AB305-7FA0-2C41-ADCF-834278ABE4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7124" y="-21891"/>
            <a:ext cx="11175123" cy="1041991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3200" b="1" i="0">
                <a:solidFill>
                  <a:schemeClr val="bg1"/>
                </a:solidFill>
                <a:latin typeface="Proxima Nova" panose="02000506030000020004" pitchFamily="2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427884861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with 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F56205AC-B058-5249-8CA7-CB5ED13997D4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66281" b="-1742"/>
          <a:stretch/>
        </p:blipFill>
        <p:spPr>
          <a:xfrm>
            <a:off x="275249" y="5904491"/>
            <a:ext cx="686450" cy="73279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516A5AF1-5967-884E-BB29-5EAC91B62B4B}"/>
              </a:ext>
            </a:extLst>
          </p:cNvPr>
          <p:cNvSpPr/>
          <p:nvPr userDrawn="1"/>
        </p:nvSpPr>
        <p:spPr>
          <a:xfrm>
            <a:off x="76200" y="76202"/>
            <a:ext cx="12039600" cy="84580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CA705E69-3D25-EF43-9B57-0C3AC1F5FC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7124" y="-21891"/>
            <a:ext cx="11175123" cy="1041991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3200" b="1" i="0">
                <a:solidFill>
                  <a:schemeClr val="bg1"/>
                </a:solidFill>
                <a:latin typeface="Proxima Nova" panose="02000506030000020004" pitchFamily="2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EE2573F-BD73-B044-8C4C-CB67550B3DF3}"/>
              </a:ext>
            </a:extLst>
          </p:cNvPr>
          <p:cNvSpPr/>
          <p:nvPr userDrawn="1"/>
        </p:nvSpPr>
        <p:spPr>
          <a:xfrm>
            <a:off x="0" y="6781798"/>
            <a:ext cx="12192000" cy="7620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506157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Alternat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F56205AC-B058-5249-8CA7-CB5ED13997D4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66281" b="-1742"/>
          <a:stretch/>
        </p:blipFill>
        <p:spPr>
          <a:xfrm>
            <a:off x="275249" y="5904491"/>
            <a:ext cx="686450" cy="73279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5F96A518-3E71-3F41-B51D-F3F8D63F1B01}"/>
              </a:ext>
            </a:extLst>
          </p:cNvPr>
          <p:cNvSpPr/>
          <p:nvPr userDrawn="1"/>
        </p:nvSpPr>
        <p:spPr>
          <a:xfrm>
            <a:off x="0" y="6781798"/>
            <a:ext cx="12192000" cy="7620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812947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o Bar Title with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F56205AC-B058-5249-8CA7-CB5ED13997D4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66281" b="-1742"/>
          <a:stretch/>
        </p:blipFill>
        <p:spPr>
          <a:xfrm>
            <a:off x="275249" y="5904491"/>
            <a:ext cx="686450" cy="732790"/>
          </a:xfrm>
          <a:prstGeom prst="rect">
            <a:avLst/>
          </a:prstGeom>
        </p:spPr>
      </p:pic>
      <p:sp>
        <p:nvSpPr>
          <p:cNvPr id="4" name="Title Placeholder 1">
            <a:extLst>
              <a:ext uri="{FF2B5EF4-FFF2-40B4-BE49-F238E27FC236}">
                <a16:creationId xmlns:a16="http://schemas.microsoft.com/office/drawing/2014/main" id="{CABD4948-F528-774E-A210-25D1BE40C1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8474" y="261082"/>
            <a:ext cx="10515600" cy="7983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DB2080D5-BCF5-0642-B066-3A2589E22ED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8474" y="1359698"/>
            <a:ext cx="10515600" cy="414950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DD70B3E-6C46-734E-BC63-4349922825C1}"/>
              </a:ext>
            </a:extLst>
          </p:cNvPr>
          <p:cNvSpPr/>
          <p:nvPr userDrawn="1"/>
        </p:nvSpPr>
        <p:spPr>
          <a:xfrm>
            <a:off x="0" y="6781798"/>
            <a:ext cx="12192000" cy="7620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50590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B6D46A-D5FE-DB4E-9784-A54A02D89F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7379968-F075-E745-9452-7E0CAAC6C2C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1825625"/>
            <a:ext cx="10515600" cy="4149506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3352380-0A23-D140-9B2B-5F141AB5F0B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0827792-99C6-C343-827E-BE9EDF804372}" type="datetimeFigureOut">
              <a:rPr lang="en-US" smtClean="0"/>
              <a:t>9/21/2020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26425EA-EF92-714F-B7AD-0B245EA428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27246F-5803-9542-865F-75DB94630B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3E3505C-93DC-5644-BB7E-5D517224F4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149106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5A31B4E-687D-2C4C-B95D-A513660DA41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13EFC86-AA65-C840-9828-EBFF405DC63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85563C-0652-F94A-A10D-3A82E9DDB97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0827792-99C6-C343-827E-BE9EDF804372}" type="datetimeFigureOut">
              <a:rPr lang="en-US" smtClean="0"/>
              <a:t>9/21/2020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440E9DA-0CA4-8A46-9B6A-E0873DE652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B2926DA-2D9C-9848-8B94-21D740CEC6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3E3505C-93DC-5644-BB7E-5D517224F4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908896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CC5976-D2A9-0E40-B643-553E9C12721E}" type="datetimeFigureOut">
              <a:rPr lang="en-US" smtClean="0"/>
              <a:t>9/21/2020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D34D80-FED8-0347-99C2-A970D5E76F80}" type="slidenum">
              <a:rPr lang="en-US" smtClean="0"/>
              <a:t>‹#›</a:t>
            </a:fld>
            <a:endParaRPr lang="en-US"/>
          </a:p>
        </p:txBody>
      </p:sp>
      <p:sp>
        <p:nvSpPr>
          <p:cNvPr id="5" name="Title Placeholder 1"/>
          <p:cNvSpPr>
            <a:spLocks noGrp="1"/>
          </p:cNvSpPr>
          <p:nvPr>
            <p:ph type="title"/>
          </p:nvPr>
        </p:nvSpPr>
        <p:spPr>
          <a:xfrm>
            <a:off x="185057" y="45816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 b="1" i="0">
                <a:solidFill>
                  <a:schemeClr val="accent1"/>
                </a:solidFill>
                <a:latin typeface="Proxima Nova Semibold" panose="02000506030000020004" pitchFamily="50" charset="0"/>
                <a:ea typeface="Proxima Nova Semibold" panose="02000506030000020004" pitchFamily="50" charset="0"/>
                <a:cs typeface="Proxima Nova Semibold" panose="02000506030000020004" pitchFamily="50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cxnSp>
        <p:nvCxnSpPr>
          <p:cNvPr id="7" name="Straight Connector 6"/>
          <p:cNvCxnSpPr/>
          <p:nvPr userDrawn="1"/>
        </p:nvCxnSpPr>
        <p:spPr>
          <a:xfrm flipH="1">
            <a:off x="1" y="1253823"/>
            <a:ext cx="5900056" cy="0"/>
          </a:xfrm>
          <a:prstGeom prst="line">
            <a:avLst/>
          </a:prstGeom>
          <a:ln w="19050">
            <a:solidFill>
              <a:schemeClr val="accent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5F43B3D3-40A8-3046-B6AB-B81608DE9A5C}"/>
              </a:ext>
            </a:extLst>
          </p:cNvPr>
          <p:cNvCxnSpPr/>
          <p:nvPr userDrawn="1"/>
        </p:nvCxnSpPr>
        <p:spPr>
          <a:xfrm>
            <a:off x="3466640" y="6632154"/>
            <a:ext cx="8725360" cy="0"/>
          </a:xfrm>
          <a:prstGeom prst="line">
            <a:avLst/>
          </a:prstGeom>
          <a:ln w="25400">
            <a:solidFill>
              <a:srgbClr val="FF672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>
            <a:extLst>
              <a:ext uri="{FF2B5EF4-FFF2-40B4-BE49-F238E27FC236}">
                <a16:creationId xmlns:a16="http://schemas.microsoft.com/office/drawing/2014/main" id="{0D94AF16-4C7A-0B4E-9E9B-4552F153A22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-19535" y="5350042"/>
            <a:ext cx="1515544" cy="1507958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52F31C6A-B9BE-7B40-BC2A-95807FB6F929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08040" y="6211178"/>
            <a:ext cx="2013203" cy="6196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0087452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2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CC5976-D2A9-0E40-B643-553E9C12721E}" type="datetimeFigureOut">
              <a:rPr lang="en-US" smtClean="0"/>
              <a:t>9/21/2020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D34D80-FED8-0347-99C2-A970D5E76F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47125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EFF93D5-62F0-5145-AB64-7AC90B60F8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91F652F-5C50-294A-A9ED-638E2DAF4A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14950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63796E1-F957-0F48-8AD0-8F8E3D0E594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2"/>
          <a:srcRect r="66281" b="-1742"/>
          <a:stretch/>
        </p:blipFill>
        <p:spPr>
          <a:xfrm>
            <a:off x="275249" y="5904491"/>
            <a:ext cx="686450" cy="7327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85678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  <p:sldLayoutId id="2147483679" r:id="rId19"/>
    <p:sldLayoutId id="2147483680" r:id="rId20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1" i="0" kern="1200">
          <a:solidFill>
            <a:schemeClr val="tx1"/>
          </a:solidFill>
          <a:latin typeface="Proxima Nova" panose="02000506030000020004" pitchFamily="2" charset="0"/>
          <a:ea typeface="+mj-ea"/>
          <a:cs typeface="+mj-cs"/>
        </a:defRPr>
      </a:lvl1pPr>
    </p:titleStyle>
    <p:bodyStyle>
      <a:lvl1pPr marL="344488" indent="-344488" algn="l" defTabSz="914400" rtl="0" eaLnBrk="1" latinLnBrk="0" hangingPunct="1">
        <a:lnSpc>
          <a:spcPct val="90000"/>
        </a:lnSpc>
        <a:spcBef>
          <a:spcPts val="1000"/>
        </a:spcBef>
        <a:buFont typeface="Courier New" panose="02070309020205020404" pitchFamily="49" charset="0"/>
        <a:buChar char="o"/>
        <a:tabLst/>
        <a:defRPr sz="2000" b="0" i="0" kern="1200">
          <a:solidFill>
            <a:srgbClr val="525656"/>
          </a:solidFill>
          <a:latin typeface="Adelle Sans" panose="02000503000000020004" pitchFamily="2" charset="77"/>
          <a:ea typeface="+mn-ea"/>
          <a:cs typeface="+mn-cs"/>
        </a:defRPr>
      </a:lvl1pPr>
      <a:lvl2pPr marL="750888" indent="-293688" algn="l" defTabSz="914400" rtl="0" eaLnBrk="1" latinLnBrk="0" hangingPunct="1">
        <a:lnSpc>
          <a:spcPct val="90000"/>
        </a:lnSpc>
        <a:spcBef>
          <a:spcPts val="500"/>
        </a:spcBef>
        <a:buFont typeface="Courier New" panose="02070309020205020404" pitchFamily="49" charset="0"/>
        <a:buChar char="o"/>
        <a:tabLst/>
        <a:defRPr sz="1800" b="0" i="0" kern="1200">
          <a:solidFill>
            <a:srgbClr val="525656"/>
          </a:solidFill>
          <a:latin typeface="Adelle Sans" panose="02000503000000020004" pitchFamily="2" charset="77"/>
          <a:ea typeface="+mn-ea"/>
          <a:cs typeface="+mn-cs"/>
        </a:defRPr>
      </a:lvl2pPr>
      <a:lvl3pPr marL="1208088" indent="-293688" algn="l" defTabSz="914400" rtl="0" eaLnBrk="1" latinLnBrk="0" hangingPunct="1">
        <a:lnSpc>
          <a:spcPct val="90000"/>
        </a:lnSpc>
        <a:spcBef>
          <a:spcPts val="500"/>
        </a:spcBef>
        <a:buFont typeface="Courier New" panose="02070309020205020404" pitchFamily="49" charset="0"/>
        <a:buChar char="o"/>
        <a:tabLst/>
        <a:defRPr sz="1600" b="0" i="0" kern="1200">
          <a:solidFill>
            <a:srgbClr val="525656"/>
          </a:solidFill>
          <a:latin typeface="Adelle Sans" panose="02000503000000020004" pitchFamily="2" charset="77"/>
          <a:ea typeface="+mn-ea"/>
          <a:cs typeface="+mn-cs"/>
        </a:defRPr>
      </a:lvl3pPr>
      <a:lvl4pPr marL="1604963" indent="-233363" algn="l" defTabSz="914400" rtl="0" eaLnBrk="1" latinLnBrk="0" hangingPunct="1">
        <a:lnSpc>
          <a:spcPct val="90000"/>
        </a:lnSpc>
        <a:spcBef>
          <a:spcPts val="500"/>
        </a:spcBef>
        <a:buFont typeface="Courier New" panose="02070309020205020404" pitchFamily="49" charset="0"/>
        <a:buChar char="o"/>
        <a:tabLst/>
        <a:defRPr sz="1400" b="0" i="0" kern="1200">
          <a:solidFill>
            <a:srgbClr val="525656"/>
          </a:solidFill>
          <a:latin typeface="Adelle Sans" panose="02000503000000020004" pitchFamily="2" charset="77"/>
          <a:ea typeface="+mn-ea"/>
          <a:cs typeface="+mn-cs"/>
        </a:defRPr>
      </a:lvl4pPr>
      <a:lvl5pPr marL="2062163" indent="-233363" algn="l" defTabSz="914400" rtl="0" eaLnBrk="1" latinLnBrk="0" hangingPunct="1">
        <a:lnSpc>
          <a:spcPct val="90000"/>
        </a:lnSpc>
        <a:spcBef>
          <a:spcPts val="500"/>
        </a:spcBef>
        <a:buFont typeface="Courier New" panose="02070309020205020404" pitchFamily="49" charset="0"/>
        <a:buChar char="o"/>
        <a:tabLst/>
        <a:defRPr sz="1200" b="0" i="0" kern="1200">
          <a:solidFill>
            <a:srgbClr val="525656"/>
          </a:solidFill>
          <a:latin typeface="Adelle Sans" panose="02000503000000020004" pitchFamily="2" charset="77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6624">
          <p15:clr>
            <a:srgbClr val="F26B43"/>
          </p15:clr>
        </p15:guide>
        <p15:guide id="2" orient="horz" pos="2832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CC5896C-DD8F-413B-9A15-7910B7CB7E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54803" y="1550970"/>
            <a:ext cx="10747031" cy="435809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3400" dirty="0"/>
              <a:t>Gaining illegal access to resources without authorization.</a:t>
            </a:r>
          </a:p>
          <a:p>
            <a:pPr marL="0" indent="0">
              <a:buNone/>
            </a:pPr>
            <a:endParaRPr lang="en-US" sz="3400" dirty="0"/>
          </a:p>
          <a:p>
            <a:pPr marL="0" indent="0">
              <a:buNone/>
            </a:pPr>
            <a:r>
              <a:rPr lang="en-US" sz="3400" dirty="0"/>
              <a:t>Intruders involved in unauthorized access include casual hackers, security experts, professional hackers, and organizational employees.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99FF6B1E-60E2-4214-BA96-ABD6176EBF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0758" y="-21891"/>
            <a:ext cx="11175123" cy="1041991"/>
          </a:xfrm>
        </p:spPr>
        <p:txBody>
          <a:bodyPr/>
          <a:lstStyle/>
          <a:p>
            <a:r>
              <a:rPr lang="en-US" dirty="0"/>
              <a:t>What is an Unauthorized Access Incident?</a:t>
            </a:r>
          </a:p>
        </p:txBody>
      </p:sp>
    </p:spTree>
    <p:extLst>
      <p:ext uri="{BB962C8B-B14F-4D97-AF65-F5344CB8AC3E}">
        <p14:creationId xmlns:p14="http://schemas.microsoft.com/office/powerpoint/2010/main" val="42147472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CC5896C-DD8F-413B-9A15-7910B7CB7E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54803" y="1550970"/>
            <a:ext cx="10747031" cy="4358092"/>
          </a:xfrm>
        </p:spPr>
        <p:txBody>
          <a:bodyPr>
            <a:normAutofit/>
          </a:bodyPr>
          <a:lstStyle/>
          <a:p>
            <a:endParaRPr lang="en-US" sz="3400" dirty="0"/>
          </a:p>
          <a:p>
            <a:r>
              <a:rPr lang="en-US" sz="3400" dirty="0"/>
              <a:t>Reconnaissance attacks </a:t>
            </a:r>
          </a:p>
          <a:p>
            <a:r>
              <a:rPr lang="en-US" sz="3400" dirty="0"/>
              <a:t>Sniffing and spoofing attacks </a:t>
            </a:r>
          </a:p>
          <a:p>
            <a:pPr lvl="1"/>
            <a:r>
              <a:rPr lang="en-US" sz="3200" dirty="0"/>
              <a:t> Eavesdropping </a:t>
            </a:r>
          </a:p>
          <a:p>
            <a:pPr lvl="1"/>
            <a:r>
              <a:rPr lang="en-US" sz="3200" dirty="0"/>
              <a:t> DNS and ARP poisoning </a:t>
            </a:r>
          </a:p>
          <a:p>
            <a:r>
              <a:rPr lang="en-US" sz="3400" dirty="0"/>
              <a:t>Firewall and IDS evasion attacks </a:t>
            </a:r>
          </a:p>
          <a:p>
            <a:r>
              <a:rPr lang="en-US" sz="3400" dirty="0"/>
              <a:t>Brute force attacks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99FF6B1E-60E2-4214-BA96-ABD6176EBF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0758" y="-21891"/>
            <a:ext cx="11175123" cy="1041991"/>
          </a:xfrm>
        </p:spPr>
        <p:txBody>
          <a:bodyPr/>
          <a:lstStyle/>
          <a:p>
            <a:r>
              <a:rPr lang="en-US" dirty="0"/>
              <a:t>What are some of the network attacks used to gain unauthorized access?</a:t>
            </a:r>
          </a:p>
        </p:txBody>
      </p:sp>
    </p:spTree>
    <p:extLst>
      <p:ext uri="{BB962C8B-B14F-4D97-AF65-F5344CB8AC3E}">
        <p14:creationId xmlns:p14="http://schemas.microsoft.com/office/powerpoint/2010/main" val="8407756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CC5896C-DD8F-413B-9A15-7910B7CB7E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54803" y="1550970"/>
            <a:ext cx="10747031" cy="4358092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sz="3400" dirty="0"/>
              <a:t>Attackers make an attempt to profile the target network, using network mapping tools such as Nmap and Network Topology Mapper to determine the vulnerabilities of the network and exploit them.</a:t>
            </a:r>
          </a:p>
          <a:p>
            <a:pPr marL="0" indent="0">
              <a:buNone/>
            </a:pPr>
            <a:endParaRPr lang="en-US" sz="3400" dirty="0"/>
          </a:p>
          <a:p>
            <a:r>
              <a:rPr lang="en-US" sz="3400" b="1" dirty="0"/>
              <a:t>Ping Sweeping</a:t>
            </a:r>
            <a:r>
              <a:rPr lang="en-US" sz="3400" dirty="0"/>
              <a:t>: Scanning an IP range to detect live hosts </a:t>
            </a:r>
          </a:p>
          <a:p>
            <a:r>
              <a:rPr lang="en-US" sz="3400" b="1" dirty="0"/>
              <a:t>Port Scanning</a:t>
            </a:r>
            <a:r>
              <a:rPr lang="en-US" sz="3400" dirty="0"/>
              <a:t>: Scanning target for open ports </a:t>
            </a:r>
          </a:p>
          <a:p>
            <a:r>
              <a:rPr lang="en-US" sz="3400" b="1" dirty="0"/>
              <a:t>DNS </a:t>
            </a:r>
            <a:r>
              <a:rPr lang="en-US" sz="3400" b="1" dirty="0" err="1"/>
              <a:t>Footprinting</a:t>
            </a:r>
            <a:r>
              <a:rPr lang="en-US" sz="3400" dirty="0"/>
              <a:t>: Extracting DNS information from publicly available sources </a:t>
            </a:r>
          </a:p>
          <a:p>
            <a:r>
              <a:rPr lang="en-US" sz="3400" b="1" dirty="0"/>
              <a:t>Social Engineering</a:t>
            </a:r>
            <a:r>
              <a:rPr lang="en-US" sz="3400" dirty="0"/>
              <a:t>: Tricking people to reveal sensitive information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99FF6B1E-60E2-4214-BA96-ABD6176EBF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0758" y="-21891"/>
            <a:ext cx="11175123" cy="1041991"/>
          </a:xfrm>
        </p:spPr>
        <p:txBody>
          <a:bodyPr/>
          <a:lstStyle/>
          <a:p>
            <a:r>
              <a:rPr lang="en-US" dirty="0"/>
              <a:t>How do we detect Reconnaissance Attacks?</a:t>
            </a:r>
          </a:p>
        </p:txBody>
      </p:sp>
    </p:spTree>
    <p:extLst>
      <p:ext uri="{BB962C8B-B14F-4D97-AF65-F5344CB8AC3E}">
        <p14:creationId xmlns:p14="http://schemas.microsoft.com/office/powerpoint/2010/main" val="19701288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CC5896C-DD8F-413B-9A15-7910B7CB7E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54803" y="1550970"/>
            <a:ext cx="10747031" cy="4358092"/>
          </a:xfrm>
        </p:spPr>
        <p:txBody>
          <a:bodyPr>
            <a:normAutofit fontScale="92500"/>
          </a:bodyPr>
          <a:lstStyle/>
          <a:p>
            <a:pPr marL="0" indent="0">
              <a:buNone/>
            </a:pPr>
            <a:r>
              <a:rPr lang="en-US" sz="3400" dirty="0"/>
              <a:t>Wireshark detects MAC flooded packets using the Expert Information window. To view these malformed packets: </a:t>
            </a:r>
          </a:p>
          <a:p>
            <a:pPr marL="0" indent="0">
              <a:buNone/>
            </a:pPr>
            <a:endParaRPr lang="en-US" sz="3400" dirty="0"/>
          </a:p>
          <a:p>
            <a:pPr lvl="1"/>
            <a:r>
              <a:rPr lang="en-US" sz="3200" dirty="0"/>
              <a:t> Use the </a:t>
            </a:r>
            <a:r>
              <a:rPr lang="en-US" sz="3200" b="1" dirty="0"/>
              <a:t>Analyze menu</a:t>
            </a:r>
            <a:r>
              <a:rPr lang="en-US" sz="3200" dirty="0"/>
              <a:t> and select </a:t>
            </a:r>
            <a:r>
              <a:rPr lang="en-US" sz="3200" b="1" dirty="0"/>
              <a:t>Expert Information</a:t>
            </a:r>
            <a:endParaRPr lang="en-US" sz="3200" dirty="0"/>
          </a:p>
          <a:p>
            <a:pPr lvl="1"/>
            <a:r>
              <a:rPr lang="en-US" sz="3200" dirty="0"/>
              <a:t> Signs of MAC flooding are detected by </a:t>
            </a:r>
            <a:r>
              <a:rPr lang="en-US" sz="3200" b="1" dirty="0"/>
              <a:t>analyzing the source / destination IP, and the TTL values</a:t>
            </a:r>
            <a:r>
              <a:rPr lang="en-US" sz="3200" dirty="0"/>
              <a:t>. </a:t>
            </a:r>
          </a:p>
          <a:p>
            <a:pPr lvl="1"/>
            <a:r>
              <a:rPr lang="en-US" sz="3200" dirty="0"/>
              <a:t> Look for traffic originating from various IP addresses going to the same destination IP addresses with the same TTL values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99FF6B1E-60E2-4214-BA96-ABD6176EBF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0758" y="-21891"/>
            <a:ext cx="11175123" cy="1041991"/>
          </a:xfrm>
        </p:spPr>
        <p:txBody>
          <a:bodyPr/>
          <a:lstStyle/>
          <a:p>
            <a:r>
              <a:rPr lang="en-US" dirty="0"/>
              <a:t>How do we detect Sniffing and Spoofing Attacks - Mac Flooding Attempts?</a:t>
            </a:r>
          </a:p>
        </p:txBody>
      </p:sp>
    </p:spTree>
    <p:extLst>
      <p:ext uri="{BB962C8B-B14F-4D97-AF65-F5344CB8AC3E}">
        <p14:creationId xmlns:p14="http://schemas.microsoft.com/office/powerpoint/2010/main" val="41826508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CC5896C-DD8F-413B-9A15-7910B7CB7E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54803" y="1550970"/>
            <a:ext cx="10747031" cy="4358092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US" sz="3400" b="1" dirty="0"/>
              <a:t>ARP Spoofing</a:t>
            </a:r>
            <a:r>
              <a:rPr lang="en-US" sz="3400" dirty="0"/>
              <a:t> - constructing a large number of forged ARP request and reply packets to overload a switch. </a:t>
            </a:r>
          </a:p>
          <a:p>
            <a:pPr marL="0" indent="0">
              <a:buNone/>
            </a:pPr>
            <a:r>
              <a:rPr lang="en-US" sz="3400" b="1" dirty="0"/>
              <a:t>ARP Poisoning</a:t>
            </a:r>
            <a:r>
              <a:rPr lang="en-US" sz="3400" dirty="0"/>
              <a:t> - attackers flooding a target computer’s ARP cache with forged entries.</a:t>
            </a:r>
          </a:p>
          <a:p>
            <a:pPr marL="0" indent="0">
              <a:buNone/>
            </a:pPr>
            <a:endParaRPr lang="en-US" sz="3400" dirty="0"/>
          </a:p>
          <a:p>
            <a:pPr marL="0" indent="0">
              <a:buNone/>
            </a:pPr>
            <a:r>
              <a:rPr lang="en-US" sz="3400" dirty="0"/>
              <a:t>Use the Wireshark tool in order to detect ARP poisoning attempts:</a:t>
            </a:r>
          </a:p>
          <a:p>
            <a:pPr marL="0" indent="0">
              <a:buNone/>
            </a:pPr>
            <a:endParaRPr lang="en-US" sz="3400" dirty="0"/>
          </a:p>
          <a:p>
            <a:pPr marL="0" indent="0">
              <a:buNone/>
            </a:pPr>
            <a:r>
              <a:rPr lang="en-US" sz="3400" dirty="0"/>
              <a:t>Check for “duplicate IP address configured” messages in the Warnings tab in Wireshark.  To locate duplicate IP address traffic, use the following filter: </a:t>
            </a:r>
          </a:p>
          <a:p>
            <a:pPr marL="0" indent="0">
              <a:buNone/>
            </a:pPr>
            <a:endParaRPr lang="en-US" sz="3400" dirty="0"/>
          </a:p>
          <a:p>
            <a:pPr marL="0" indent="0">
              <a:buNone/>
            </a:pPr>
            <a:r>
              <a:rPr lang="en-US" sz="3400" dirty="0"/>
              <a:t>		</a:t>
            </a:r>
            <a:r>
              <a:rPr lang="en-US" sz="3400" b="1" dirty="0" err="1"/>
              <a:t>arp.duplicate</a:t>
            </a:r>
            <a:r>
              <a:rPr lang="en-US" sz="3400" b="1" dirty="0"/>
              <a:t>-address-detected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99FF6B1E-60E2-4214-BA96-ABD6176EBF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0758" y="-21891"/>
            <a:ext cx="11175123" cy="1041991"/>
          </a:xfrm>
        </p:spPr>
        <p:txBody>
          <a:bodyPr/>
          <a:lstStyle/>
          <a:p>
            <a:r>
              <a:rPr lang="en-US" dirty="0"/>
              <a:t>How do we detect Sniffing and Spoofing Attacks - ARP Poisoning Attempts?</a:t>
            </a:r>
          </a:p>
        </p:txBody>
      </p:sp>
    </p:spTree>
    <p:extLst>
      <p:ext uri="{BB962C8B-B14F-4D97-AF65-F5344CB8AC3E}">
        <p14:creationId xmlns:p14="http://schemas.microsoft.com/office/powerpoint/2010/main" val="1555824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CC5896C-DD8F-413B-9A15-7910B7CB7E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54803" y="1550970"/>
            <a:ext cx="10747031" cy="4358092"/>
          </a:xfrm>
        </p:spPr>
        <p:txBody>
          <a:bodyPr>
            <a:normAutofit fontScale="92500" lnSpcReduction="20000"/>
          </a:bodyPr>
          <a:lstStyle/>
          <a:p>
            <a:r>
              <a:rPr lang="en-US" sz="3400" dirty="0"/>
              <a:t>Port Scanning </a:t>
            </a:r>
          </a:p>
          <a:p>
            <a:r>
              <a:rPr lang="en-US" sz="3400" dirty="0"/>
              <a:t>Firewalking </a:t>
            </a:r>
          </a:p>
          <a:p>
            <a:r>
              <a:rPr lang="en-US" sz="3400" dirty="0"/>
              <a:t>Banner Grabbing </a:t>
            </a:r>
          </a:p>
          <a:p>
            <a:r>
              <a:rPr lang="en-US" sz="3400" dirty="0"/>
              <a:t>IP Address Spoofing </a:t>
            </a:r>
          </a:p>
          <a:p>
            <a:r>
              <a:rPr lang="en-US" sz="3400" dirty="0"/>
              <a:t>Source Routing </a:t>
            </a:r>
          </a:p>
          <a:p>
            <a:r>
              <a:rPr lang="en-US" sz="3400" dirty="0"/>
              <a:t>Tiny Fragments </a:t>
            </a:r>
          </a:p>
          <a:p>
            <a:r>
              <a:rPr lang="en-US" sz="3400" dirty="0"/>
              <a:t>Using IP Address in Place of URL</a:t>
            </a:r>
          </a:p>
          <a:p>
            <a:r>
              <a:rPr lang="en-US" sz="3400" dirty="0"/>
              <a:t>Using Anonymous Website Surfing Sites </a:t>
            </a:r>
          </a:p>
          <a:p>
            <a:r>
              <a:rPr lang="en-US" sz="3400" dirty="0"/>
              <a:t>ICMP / ACK / HTTP / SSH Tunneling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99FF6B1E-60E2-4214-BA96-ABD6176EBF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0758" y="-21891"/>
            <a:ext cx="11175123" cy="1041991"/>
          </a:xfrm>
        </p:spPr>
        <p:txBody>
          <a:bodyPr/>
          <a:lstStyle/>
          <a:p>
            <a:r>
              <a:rPr lang="en-US" dirty="0"/>
              <a:t>How do we detect Firewall and IDS Evasion Attempts: Techniques Used to Evade Firewalls?</a:t>
            </a:r>
          </a:p>
        </p:txBody>
      </p:sp>
    </p:spTree>
    <p:extLst>
      <p:ext uri="{BB962C8B-B14F-4D97-AF65-F5344CB8AC3E}">
        <p14:creationId xmlns:p14="http://schemas.microsoft.com/office/powerpoint/2010/main" val="12758339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CC5896C-DD8F-413B-9A15-7910B7CB7E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54803" y="1550970"/>
            <a:ext cx="10747031" cy="4358092"/>
          </a:xfrm>
        </p:spPr>
        <p:txBody>
          <a:bodyPr>
            <a:normAutofit fontScale="92500" lnSpcReduction="20000"/>
          </a:bodyPr>
          <a:lstStyle/>
          <a:p>
            <a:r>
              <a:rPr lang="en-US" sz="3400" dirty="0"/>
              <a:t>Denial-of-Service Attack / Flooding</a:t>
            </a:r>
          </a:p>
          <a:p>
            <a:r>
              <a:rPr lang="en-US" sz="3400" dirty="0"/>
              <a:t>Obfuscating / Encryption / Unicode Evasion </a:t>
            </a:r>
          </a:p>
          <a:p>
            <a:r>
              <a:rPr lang="en-US" sz="3400" dirty="0"/>
              <a:t>False Positive Generation </a:t>
            </a:r>
          </a:p>
          <a:p>
            <a:r>
              <a:rPr lang="en-US" sz="3400" dirty="0"/>
              <a:t>Session Splicing </a:t>
            </a:r>
          </a:p>
          <a:p>
            <a:r>
              <a:rPr lang="en-US" sz="3400" dirty="0"/>
              <a:t>Fragmentation Attack (Overlapping Fragments)</a:t>
            </a:r>
          </a:p>
          <a:p>
            <a:r>
              <a:rPr lang="en-US" sz="3400" dirty="0"/>
              <a:t>Time-To-Live </a:t>
            </a:r>
            <a:r>
              <a:rPr lang="en-US" sz="3400"/>
              <a:t>(TTL) Attacks </a:t>
            </a:r>
            <a:endParaRPr lang="en-US" sz="3400" dirty="0"/>
          </a:p>
          <a:p>
            <a:r>
              <a:rPr lang="en-US" sz="3400" dirty="0"/>
              <a:t>Invalid RST Packets / Urgency Flag</a:t>
            </a:r>
          </a:p>
          <a:p>
            <a:r>
              <a:rPr lang="en-US" sz="3400" dirty="0"/>
              <a:t>Shellcode  (Polymorphic / ASCII) </a:t>
            </a:r>
          </a:p>
          <a:p>
            <a:r>
              <a:rPr lang="en-US" sz="3400" dirty="0"/>
              <a:t>Application-Layer Attacks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99FF6B1E-60E2-4214-BA96-ABD6176EBF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0758" y="-21891"/>
            <a:ext cx="11175123" cy="1041991"/>
          </a:xfrm>
        </p:spPr>
        <p:txBody>
          <a:bodyPr/>
          <a:lstStyle/>
          <a:p>
            <a:r>
              <a:rPr lang="en-US" dirty="0"/>
              <a:t>How do we detect Firewall and IDS Evasion Attempts: Techniques Used to Evade IDS?</a:t>
            </a:r>
          </a:p>
        </p:txBody>
      </p:sp>
    </p:spTree>
    <p:extLst>
      <p:ext uri="{BB962C8B-B14F-4D97-AF65-F5344CB8AC3E}">
        <p14:creationId xmlns:p14="http://schemas.microsoft.com/office/powerpoint/2010/main" val="41251610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CC5896C-DD8F-413B-9A15-7910B7CB7E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54803" y="1550970"/>
            <a:ext cx="10747031" cy="4358092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sz="3400" dirty="0"/>
          </a:p>
          <a:p>
            <a:r>
              <a:rPr lang="en-US" sz="3400" dirty="0"/>
              <a:t>Isolate the affected systems</a:t>
            </a:r>
          </a:p>
          <a:p>
            <a:r>
              <a:rPr lang="en-US" sz="3400" dirty="0"/>
              <a:t>Disable the affected service</a:t>
            </a:r>
          </a:p>
          <a:p>
            <a:r>
              <a:rPr lang="en-US" sz="3400" dirty="0"/>
              <a:t>Eliminate the attacker’s route into the network</a:t>
            </a:r>
          </a:p>
          <a:p>
            <a:r>
              <a:rPr lang="en-US" sz="3400" dirty="0"/>
              <a:t>Disable user accounts used in the attack</a:t>
            </a:r>
          </a:p>
          <a:p>
            <a:r>
              <a:rPr lang="en-US" sz="3400" dirty="0"/>
              <a:t>Enhance physical security measures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99FF6B1E-60E2-4214-BA96-ABD6176EBF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0758" y="-21891"/>
            <a:ext cx="11175123" cy="1041991"/>
          </a:xfrm>
        </p:spPr>
        <p:txBody>
          <a:bodyPr/>
          <a:lstStyle/>
          <a:p>
            <a:r>
              <a:rPr lang="en-US" dirty="0"/>
              <a:t>How do we contain unauthorized access incidents?</a:t>
            </a:r>
          </a:p>
        </p:txBody>
      </p:sp>
    </p:spTree>
    <p:extLst>
      <p:ext uri="{BB962C8B-B14F-4D97-AF65-F5344CB8AC3E}">
        <p14:creationId xmlns:p14="http://schemas.microsoft.com/office/powerpoint/2010/main" val="29004939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2019 Presentation Dark Theme">
  <a:themeElements>
    <a:clrScheme name="6cc241">
      <a:dk1>
        <a:srgbClr val="151945"/>
      </a:dk1>
      <a:lt1>
        <a:srgbClr val="FFFFFF"/>
      </a:lt1>
      <a:dk2>
        <a:srgbClr val="151746"/>
      </a:dk2>
      <a:lt2>
        <a:srgbClr val="FFFFFF"/>
      </a:lt2>
      <a:accent1>
        <a:srgbClr val="F9F9FA"/>
      </a:accent1>
      <a:accent2>
        <a:srgbClr val="FF671F"/>
      </a:accent2>
      <a:accent3>
        <a:srgbClr val="00A3E0"/>
      </a:accent3>
      <a:accent4>
        <a:srgbClr val="10069F"/>
      </a:accent4>
      <a:accent5>
        <a:srgbClr val="6CC249"/>
      </a:accent5>
      <a:accent6>
        <a:srgbClr val="9C9BA7"/>
      </a:accent6>
      <a:hlink>
        <a:srgbClr val="FF671F"/>
      </a:hlink>
      <a:folHlink>
        <a:srgbClr val="FF671F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HOW_ONLY" id="{65C80431-16F2-514A-97BA-71A18EFAAF0C}" vid="{8E954B59-A4E7-B141-A2A5-05D60EBF4B62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6C1F4BBF0267C540AB0714A5A9B8B2A0" ma:contentTypeVersion="13" ma:contentTypeDescription="Create a new document." ma:contentTypeScope="" ma:versionID="6b71af909276ca060a08b3157d1d9f21">
  <xsd:schema xmlns:xsd="http://www.w3.org/2001/XMLSchema" xmlns:xs="http://www.w3.org/2001/XMLSchema" xmlns:p="http://schemas.microsoft.com/office/2006/metadata/properties" xmlns:ns2="25f43890-8f97-4037-b6ca-5734ee50196d" xmlns:ns3="7de64167-ec1d-41c3-9c60-bdac5dd5df14" targetNamespace="http://schemas.microsoft.com/office/2006/metadata/properties" ma:root="true" ma:fieldsID="607d6bf6d8f5d26c8c8fd76553af5be9" ns2:_="" ns3:_="">
    <xsd:import namespace="25f43890-8f97-4037-b6ca-5734ee50196d"/>
    <xsd:import namespace="7de64167-ec1d-41c3-9c60-bdac5dd5df14"/>
    <xsd:element name="properties">
      <xsd:complexType>
        <xsd:sequence>
          <xsd:element name="documentManagement">
            <xsd:complexType>
              <xsd:all>
                <xsd:element ref="ns2:SharedWithUsers" minOccurs="0"/>
                <xsd:element ref="ns2:SharedWithDetails" minOccurs="0"/>
                <xsd:element ref="ns3:MediaServiceMetadata" minOccurs="0"/>
                <xsd:element ref="ns3:MediaServiceFastMetadata" minOccurs="0"/>
                <xsd:element ref="ns3:MediaServiceAutoTags" minOccurs="0"/>
                <xsd:element ref="ns3:MediaServiceOCR" minOccurs="0"/>
                <xsd:element ref="ns3:MediaServiceDateTaken" minOccurs="0"/>
                <xsd:element ref="ns3:MediaServiceLocation" minOccurs="0"/>
                <xsd:element ref="ns3:_Flow_SignoffStatus" minOccurs="0"/>
                <xsd:element ref="ns3:MediaServiceGenerationTime" minOccurs="0"/>
                <xsd:element ref="ns3:MediaServiceEventHashCode" minOccurs="0"/>
                <xsd:element ref="ns3:MediaServiceAutoKeyPoints" minOccurs="0"/>
                <xsd:element ref="ns3:MediaServiceKeyPoint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5f43890-8f97-4037-b6ca-5734ee50196d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de64167-ec1d-41c3-9c60-bdac5dd5df14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0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1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2" nillable="true" ma:displayName="Tags" ma:internalName="MediaServiceAutoTags" ma:readOnly="true">
      <xsd:simpleType>
        <xsd:restriction base="dms:Text"/>
      </xsd:simpleType>
    </xsd:element>
    <xsd:element name="MediaServiceOCR" ma:index="1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DateTaken" ma:index="14" nillable="true" ma:displayName="MediaServiceDateTaken" ma:hidden="true" ma:internalName="MediaServiceDateTaken" ma:readOnly="true">
      <xsd:simpleType>
        <xsd:restriction base="dms:Text"/>
      </xsd:simpleType>
    </xsd:element>
    <xsd:element name="MediaServiceLocation" ma:index="15" nillable="true" ma:displayName="Location" ma:internalName="MediaServiceLocation" ma:readOnly="true">
      <xsd:simpleType>
        <xsd:restriction base="dms:Text"/>
      </xsd:simpleType>
    </xsd:element>
    <xsd:element name="_Flow_SignoffStatus" ma:index="16" nillable="true" ma:displayName="Sign-off status" ma:internalName="Sign_x002d_off_x0020_status">
      <xsd:simpleType>
        <xsd:restriction base="dms:Text"/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19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20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Flow_SignoffStatus xmlns="7de64167-ec1d-41c3-9c60-bdac5dd5df14" xsi:nil="true"/>
  </documentManagement>
</p:properties>
</file>

<file path=customXml/itemProps1.xml><?xml version="1.0" encoding="utf-8"?>
<ds:datastoreItem xmlns:ds="http://schemas.openxmlformats.org/officeDocument/2006/customXml" ds:itemID="{C2E2E71B-F2ED-499B-A130-29C9E155A70D}"/>
</file>

<file path=customXml/itemProps2.xml><?xml version="1.0" encoding="utf-8"?>
<ds:datastoreItem xmlns:ds="http://schemas.openxmlformats.org/officeDocument/2006/customXml" ds:itemID="{8626914D-1A65-4DA2-8FEB-474951513B56}"/>
</file>

<file path=customXml/itemProps3.xml><?xml version="1.0" encoding="utf-8"?>
<ds:datastoreItem xmlns:ds="http://schemas.openxmlformats.org/officeDocument/2006/customXml" ds:itemID="{881B9706-9812-4712-B6E6-BC710D042B97}"/>
</file>

<file path=docProps/app.xml><?xml version="1.0" encoding="utf-8"?>
<Properties xmlns="http://schemas.openxmlformats.org/officeDocument/2006/extended-properties" xmlns:vt="http://schemas.openxmlformats.org/officeDocument/2006/docPropsVTypes">
  <TotalTime>2539</TotalTime>
  <Words>462</Words>
  <Application>Microsoft Office PowerPoint</Application>
  <PresentationFormat>Widescreen</PresentationFormat>
  <Paragraphs>69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5" baseType="lpstr">
      <vt:lpstr>Adelle Sans</vt:lpstr>
      <vt:lpstr>Arial</vt:lpstr>
      <vt:lpstr>Calibri</vt:lpstr>
      <vt:lpstr>Courier New</vt:lpstr>
      <vt:lpstr>Proxima Nova</vt:lpstr>
      <vt:lpstr>Proxima Nova Semibold</vt:lpstr>
      <vt:lpstr>2019 Presentation Dark Theme</vt:lpstr>
      <vt:lpstr>What is an Unauthorized Access Incident?</vt:lpstr>
      <vt:lpstr>What are some of the network attacks used to gain unauthorized access?</vt:lpstr>
      <vt:lpstr>How do we detect Reconnaissance Attacks?</vt:lpstr>
      <vt:lpstr>How do we detect Sniffing and Spoofing Attacks - Mac Flooding Attempts?</vt:lpstr>
      <vt:lpstr>How do we detect Sniffing and Spoofing Attacks - ARP Poisoning Attempts?</vt:lpstr>
      <vt:lpstr>How do we detect Firewall and IDS Evasion Attempts: Techniques Used to Evade Firewalls?</vt:lpstr>
      <vt:lpstr>How do we detect Firewall and IDS Evasion Attempts: Techniques Used to Evade IDS?</vt:lpstr>
      <vt:lpstr>How do we contain unauthorized access incidents?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Manage identity and access (20-25%)</dc:title>
  <dc:creator>Adam Gordon</dc:creator>
  <cp:lastModifiedBy>Adam Gordon</cp:lastModifiedBy>
  <cp:revision>125</cp:revision>
  <cp:lastPrinted>2020-04-29T19:12:33Z</cp:lastPrinted>
  <dcterms:created xsi:type="dcterms:W3CDTF">2020-04-24T18:08:50Z</dcterms:created>
  <dcterms:modified xsi:type="dcterms:W3CDTF">2020-09-21T18:22:02Z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0x0101006C1F4BBF0267C540AB0714A5A9B8B2A0</vt:lpwstr>
  </property>
</Properties>
</file>