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80" r:id="rId2"/>
    <p:sldId id="2881" r:id="rId3"/>
    <p:sldId id="2898" r:id="rId4"/>
    <p:sldId id="2899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3388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806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define Incident Escalation procedures?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The IH&amp;R process should define a proper incident escalation plan or procedure that:</a:t>
            </a:r>
          </a:p>
          <a:p>
            <a:r>
              <a:rPr lang="en-US" sz="3100" dirty="0"/>
              <a:t>Allows victims, customers, clients, and other people to report an incident easily </a:t>
            </a:r>
          </a:p>
          <a:p>
            <a:r>
              <a:rPr lang="en-US" sz="3100" dirty="0"/>
              <a:t>Enables the incident handler to assign tasks to team members, verify the process, and obtain reports about the progress</a:t>
            </a:r>
          </a:p>
          <a:p>
            <a:r>
              <a:rPr lang="en-US" sz="3100" dirty="0"/>
              <a:t>Allows the incident responders to discuss the steps, communicate the response results, and provide result data with proper evidence </a:t>
            </a:r>
          </a:p>
          <a:p>
            <a:r>
              <a:rPr lang="en-US" sz="3100" dirty="0"/>
              <a:t>Communicates results and report to management and stakeholders 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NOTE: The escalation plan depends on the organization type, size, and types of attacks it might 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role of IT Support and/or the Help Desk?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3100" dirty="0"/>
          </a:p>
          <a:p>
            <a:r>
              <a:rPr lang="en-US" sz="3100" dirty="0"/>
              <a:t>IT support receives a call from users regarding issues with systems, network, applications, etc...</a:t>
            </a:r>
          </a:p>
          <a:p>
            <a:endParaRPr lang="en-US" sz="3100" dirty="0"/>
          </a:p>
          <a:p>
            <a:r>
              <a:rPr lang="en-US" sz="3100" dirty="0"/>
              <a:t>IT support will record the call and try to identify the issue using a questionnaire based on the type of incident </a:t>
            </a:r>
          </a:p>
          <a:p>
            <a:endParaRPr lang="en-US" sz="3100" dirty="0"/>
          </a:p>
          <a:p>
            <a:r>
              <a:rPr lang="en-US" sz="3100" dirty="0"/>
              <a:t>If IT support suspects the issues to be a security incident, then they will assign it to the IH&amp;R team using a ticketing system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 Ticketing System?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r>
              <a:rPr lang="en-US" sz="3100" dirty="0"/>
              <a:t>Simplifies incident response and handling process by tracking details of incidents in a centralized location easily accessible by ALL IH&amp;R team members</a:t>
            </a:r>
          </a:p>
          <a:p>
            <a:endParaRPr lang="en-US" sz="3100" dirty="0"/>
          </a:p>
          <a:p>
            <a:r>
              <a:rPr lang="en-US" sz="3100" dirty="0"/>
              <a:t>Organizations </a:t>
            </a:r>
            <a:r>
              <a:rPr lang="en-US" sz="3100" b="1" dirty="0"/>
              <a:t>MUST USE</a:t>
            </a:r>
            <a:r>
              <a:rPr lang="en-US" sz="3100" dirty="0"/>
              <a:t> the ticketing system to keep track of all the incident response activities</a:t>
            </a:r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263785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advantages of using Ticketing Systems?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sz="3100" dirty="0"/>
          </a:p>
          <a:p>
            <a:r>
              <a:rPr lang="en-US" sz="3100" dirty="0"/>
              <a:t>Can generate tickets automatically on discovering suspicious patterns from firewall, IDS, and SIEM, </a:t>
            </a:r>
            <a:r>
              <a:rPr lang="en-US" sz="3100" dirty="0" err="1"/>
              <a:t>etc</a:t>
            </a:r>
            <a:r>
              <a:rPr lang="en-US" sz="3100" dirty="0"/>
              <a:t>… </a:t>
            </a:r>
          </a:p>
          <a:p>
            <a:endParaRPr lang="en-US" sz="3100" dirty="0"/>
          </a:p>
          <a:p>
            <a:r>
              <a:rPr lang="en-US" sz="3100" dirty="0"/>
              <a:t>Systematically collects details about the incident </a:t>
            </a:r>
          </a:p>
          <a:p>
            <a:endParaRPr lang="en-US" sz="3100" dirty="0"/>
          </a:p>
          <a:p>
            <a:r>
              <a:rPr lang="en-US" sz="3100" dirty="0"/>
              <a:t>Helps in assigning priority to incidents based on the compromised system, type of incident, etc... </a:t>
            </a:r>
          </a:p>
          <a:p>
            <a:endParaRPr lang="en-US" sz="3100" dirty="0"/>
          </a:p>
          <a:p>
            <a:r>
              <a:rPr lang="en-US" sz="3100" dirty="0"/>
              <a:t>Alerts the responsible person(s) and distributes tasks automatically </a:t>
            </a:r>
          </a:p>
          <a:p>
            <a:endParaRPr lang="en-US" sz="3100" dirty="0"/>
          </a:p>
          <a:p>
            <a:r>
              <a:rPr lang="en-US" sz="3100" dirty="0"/>
              <a:t>Stores details of the incidents, solutions, and results</a:t>
            </a:r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68098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1FA3ACD5-E3EB-4104-92B7-04E43F1A95CC}"/>
</file>

<file path=customXml/itemProps2.xml><?xml version="1.0" encoding="utf-8"?>
<ds:datastoreItem xmlns:ds="http://schemas.openxmlformats.org/officeDocument/2006/customXml" ds:itemID="{EE2BE54D-C908-48A1-BA33-BD01ECB726DD}"/>
</file>

<file path=customXml/itemProps3.xml><?xml version="1.0" encoding="utf-8"?>
<ds:datastoreItem xmlns:ds="http://schemas.openxmlformats.org/officeDocument/2006/customXml" ds:itemID="{23642D0D-2735-4FDC-8B53-1705FEF08778}"/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310</Words>
  <Application>Microsoft Office PowerPoint</Application>
  <PresentationFormat>Widescreen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How do we define Incident Escalation procedures?</vt:lpstr>
      <vt:lpstr>What is the role of IT Support and/or the Help Desk?</vt:lpstr>
      <vt:lpstr>What is a Ticketing System?</vt:lpstr>
      <vt:lpstr>What are the advantages of using Ticketing Systems?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124</cp:revision>
  <cp:lastPrinted>2020-04-29T19:12:33Z</cp:lastPrinted>
  <dcterms:created xsi:type="dcterms:W3CDTF">2020-04-24T18:08:50Z</dcterms:created>
  <dcterms:modified xsi:type="dcterms:W3CDTF">2020-09-09T17:00:30Z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