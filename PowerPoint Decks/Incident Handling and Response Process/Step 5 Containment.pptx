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880" r:id="rId2"/>
    <p:sldId id="2908" r:id="rId3"/>
    <p:sldId id="2909" r:id="rId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9/10/2020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5280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09651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Incident Containment?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C11EB-CE14-4C70-AA84-F30D040E2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100" dirty="0"/>
              <a:t>The IH&amp;R team plays a significant role in this stage by taking actions that reduce a threat or incident’s magnitude or complexity to prevent further damage to the organization.</a:t>
            </a:r>
          </a:p>
          <a:p>
            <a:pPr marL="0" indent="0">
              <a:buNone/>
            </a:pPr>
            <a:endParaRPr lang="en-US" sz="3100" dirty="0"/>
          </a:p>
          <a:p>
            <a:r>
              <a:rPr lang="en-US" sz="3100" dirty="0"/>
              <a:t>The IH&amp;R team in partnership with the technical and management personnel must create a containment strategy. </a:t>
            </a:r>
          </a:p>
          <a:p>
            <a:endParaRPr lang="en-US" sz="3100" dirty="0"/>
          </a:p>
          <a:p>
            <a:r>
              <a:rPr lang="en-US" sz="3100" dirty="0"/>
              <a:t>The strategy should incorporate feedback from external sources if required.</a:t>
            </a:r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Incident Containment?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C11EB-CE14-4C70-AA84-F30D040E2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100" dirty="0"/>
              <a:t>The IH&amp;R team should validate the type of response(s) required to contain the incident and then assigns the task(s) to the technical, management, or legal teams as appropriate. 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Once the relevant team(s) have completed their assigned task(s), the IH&amp;R team must validate that containment was successful. 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If incident containment failed, then the IH&amp;R team must escalate the process, review and update the containment strategy, and engage with the necessary resources to seek successful containment.</a:t>
            </a:r>
          </a:p>
        </p:txBody>
      </p:sp>
    </p:spTree>
    <p:extLst>
      <p:ext uri="{BB962C8B-B14F-4D97-AF65-F5344CB8AC3E}">
        <p14:creationId xmlns:p14="http://schemas.microsoft.com/office/powerpoint/2010/main" val="29570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some of the common techniques used in the containment phase?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C11EB-CE14-4C70-AA84-F30D040E2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3100" dirty="0"/>
          </a:p>
          <a:p>
            <a:r>
              <a:rPr lang="en-US" sz="3100" dirty="0"/>
              <a:t>Disabling of systems</a:t>
            </a:r>
          </a:p>
          <a:p>
            <a:r>
              <a:rPr lang="en-US" sz="3100" dirty="0"/>
              <a:t>Changing of passwords</a:t>
            </a:r>
          </a:p>
          <a:p>
            <a:r>
              <a:rPr lang="en-US" sz="3100" dirty="0"/>
              <a:t>Locking/Disabling of accounts</a:t>
            </a:r>
          </a:p>
          <a:p>
            <a:r>
              <a:rPr lang="en-US" sz="3100" dirty="0"/>
              <a:t>Create full backups of affected systems</a:t>
            </a:r>
          </a:p>
          <a:p>
            <a:r>
              <a:rPr lang="en-US" sz="3100" dirty="0"/>
              <a:t>System restoration</a:t>
            </a:r>
          </a:p>
        </p:txBody>
      </p:sp>
    </p:spTree>
    <p:extLst>
      <p:ext uri="{BB962C8B-B14F-4D97-AF65-F5344CB8AC3E}">
        <p14:creationId xmlns:p14="http://schemas.microsoft.com/office/powerpoint/2010/main" val="1222320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75EDAAF4-0C68-47C2-990C-9C8B836D8220}"/>
</file>

<file path=customXml/itemProps2.xml><?xml version="1.0" encoding="utf-8"?>
<ds:datastoreItem xmlns:ds="http://schemas.openxmlformats.org/officeDocument/2006/customXml" ds:itemID="{16334B83-3ECE-4904-AA3D-9AC626B817FF}"/>
</file>

<file path=customXml/itemProps3.xml><?xml version="1.0" encoding="utf-8"?>
<ds:datastoreItem xmlns:ds="http://schemas.openxmlformats.org/officeDocument/2006/customXml" ds:itemID="{F867A444-2159-412B-BF70-8E95B9F46A85}"/>
</file>

<file path=docProps/app.xml><?xml version="1.0" encoding="utf-8"?>
<Properties xmlns="http://schemas.openxmlformats.org/officeDocument/2006/extended-properties" xmlns:vt="http://schemas.openxmlformats.org/officeDocument/2006/docPropsVTypes">
  <TotalTime>2555</TotalTime>
  <Words>207</Words>
  <Application>Microsoft Office PowerPoint</Application>
  <PresentationFormat>Widescreen</PresentationFormat>
  <Paragraphs>22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is Incident Containment?</vt:lpstr>
      <vt:lpstr>What is Incident Containment?</vt:lpstr>
      <vt:lpstr>What are some of the common techniques used in the containment phase?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138</cp:revision>
  <cp:lastPrinted>2020-04-29T19:12:33Z</cp:lastPrinted>
  <dcterms:created xsi:type="dcterms:W3CDTF">2020-04-24T18:08:50Z</dcterms:created>
  <dcterms:modified xsi:type="dcterms:W3CDTF">2020-09-10T11:46:58Z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