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880" r:id="rId2"/>
    <p:sldId id="2913" r:id="rId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9141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Post-Incident Activities?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These activities help to evaluate and improve the effectiveness of the incident response processes.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Post-incident activities help responders to assess lags in security posture, settings, and configurations across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Post-Incident Activities?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100" dirty="0"/>
              <a:t>The actions to be performed in the Post-Incident stage are: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	Incident Documentation</a:t>
            </a:r>
          </a:p>
          <a:p>
            <a:r>
              <a:rPr lang="en-US" sz="3100" dirty="0"/>
              <a:t>	Incident Impact Assessment</a:t>
            </a:r>
          </a:p>
          <a:p>
            <a:r>
              <a:rPr lang="en-US" sz="3100" dirty="0"/>
              <a:t>	Review &amp; Revise Policies</a:t>
            </a:r>
          </a:p>
          <a:p>
            <a:r>
              <a:rPr lang="en-US" sz="3100" dirty="0"/>
              <a:t>	Close the Investigation</a:t>
            </a:r>
          </a:p>
          <a:p>
            <a:r>
              <a:rPr lang="en-US" sz="3100" dirty="0"/>
              <a:t>	Incident Disclosure</a:t>
            </a:r>
          </a:p>
        </p:txBody>
      </p:sp>
    </p:spTree>
    <p:extLst>
      <p:ext uri="{BB962C8B-B14F-4D97-AF65-F5344CB8AC3E}">
        <p14:creationId xmlns:p14="http://schemas.microsoft.com/office/powerpoint/2010/main" val="417263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4DD02943-0BD8-452F-9C99-A5B635F07E9C}"/>
</file>

<file path=customXml/itemProps2.xml><?xml version="1.0" encoding="utf-8"?>
<ds:datastoreItem xmlns:ds="http://schemas.openxmlformats.org/officeDocument/2006/customXml" ds:itemID="{2C66ED0E-1488-4FE9-87BC-504AA3F5579A}"/>
</file>

<file path=customXml/itemProps3.xml><?xml version="1.0" encoding="utf-8"?>
<ds:datastoreItem xmlns:ds="http://schemas.openxmlformats.org/officeDocument/2006/customXml" ds:itemID="{14D2DCA3-AC8F-4BEC-96EB-36829FBDC7E3}"/>
</file>

<file path=docProps/app.xml><?xml version="1.0" encoding="utf-8"?>
<Properties xmlns="http://schemas.openxmlformats.org/officeDocument/2006/extended-properties" xmlns:vt="http://schemas.openxmlformats.org/officeDocument/2006/docPropsVTypes">
  <TotalTime>2587</TotalTime>
  <Words>84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process flow for Post-Incident Activities?</vt:lpstr>
      <vt:lpstr>What is the process flow for Post-Incident Activities?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150</cp:revision>
  <cp:lastPrinted>2020-04-29T19:12:33Z</cp:lastPrinted>
  <dcterms:created xsi:type="dcterms:W3CDTF">2020-04-24T18:08:50Z</dcterms:created>
  <dcterms:modified xsi:type="dcterms:W3CDTF">2020-09-11T14:15:28Z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