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80" r:id="rId2"/>
    <p:sldId id="2913" r:id="rId3"/>
    <p:sldId id="2914" r:id="rId4"/>
    <p:sldId id="2915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91419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35832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070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Recovery?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dirty="0"/>
              <a:t>1. After eliminating the root cause(s) of the incident from all the systems and resources, the IH&amp;R team must restore the affected systems, services, resources, and data through recovery.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2. The IH&amp;R team will check to determine what data was lost/affected, and restore it completely from backup media.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3. The IH&amp;R team must take steps to ensure that the backup(s) do not have traces of malware or attack vectors before restoring.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4. After recovering all the lost data, IH&amp;R team must restart all the processes, services and systems that were affected.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Recovery?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100" dirty="0"/>
              <a:t>The actions to be performed in the recovery stage are: 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	Rebuilding the system by installing a new O/S </a:t>
            </a:r>
          </a:p>
          <a:p>
            <a:r>
              <a:rPr lang="en-US" sz="3100" dirty="0"/>
              <a:t>	Restoring user’s data from trusted backups </a:t>
            </a:r>
          </a:p>
          <a:p>
            <a:r>
              <a:rPr lang="en-US" sz="3100" dirty="0"/>
              <a:t>	Examining the protection and detection methods </a:t>
            </a:r>
          </a:p>
          <a:p>
            <a:r>
              <a:rPr lang="en-US" sz="3100" dirty="0"/>
              <a:t>	Examining security patches and system logging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417263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Recovery / Remediation Plans?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Recovery plans are developed for specific departments within an organization to allow them to recover from incidents.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The purpose of recovery planning is to prepare an organization to survive in the event of an incident and continue its normal business operations. </a:t>
            </a:r>
          </a:p>
        </p:txBody>
      </p:sp>
    </p:spTree>
    <p:extLst>
      <p:ext uri="{BB962C8B-B14F-4D97-AF65-F5344CB8AC3E}">
        <p14:creationId xmlns:p14="http://schemas.microsoft.com/office/powerpoint/2010/main" val="160780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Recovery / Remediation Plans?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Recovery planning is required for the following reasons: 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Helps to ensure critical business operations continue during and after an incident </a:t>
            </a:r>
          </a:p>
          <a:p>
            <a:r>
              <a:rPr lang="en-US" sz="3100" dirty="0"/>
              <a:t>Facilitates making quick and effective decisions during an incident </a:t>
            </a:r>
          </a:p>
          <a:p>
            <a:r>
              <a:rPr lang="en-US" sz="3100" dirty="0"/>
              <a:t>Identifies and prioritizes the important business and support functions </a:t>
            </a:r>
          </a:p>
          <a:p>
            <a:r>
              <a:rPr lang="en-US" sz="3100" dirty="0"/>
              <a:t>Provides effective supervision of recovery tasks </a:t>
            </a:r>
          </a:p>
          <a:p>
            <a:r>
              <a:rPr lang="en-US" sz="3100" dirty="0"/>
              <a:t>Protects confidential information of an organization </a:t>
            </a:r>
          </a:p>
        </p:txBody>
      </p:sp>
    </p:spTree>
    <p:extLst>
      <p:ext uri="{BB962C8B-B14F-4D97-AF65-F5344CB8AC3E}">
        <p14:creationId xmlns:p14="http://schemas.microsoft.com/office/powerpoint/2010/main" val="416985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563B9906-DA7F-45E6-A562-BD614EBA0615}"/>
</file>

<file path=customXml/itemProps2.xml><?xml version="1.0" encoding="utf-8"?>
<ds:datastoreItem xmlns:ds="http://schemas.openxmlformats.org/officeDocument/2006/customXml" ds:itemID="{ABE264A0-070E-4662-8C42-F267712F5B6B}"/>
</file>

<file path=customXml/itemProps3.xml><?xml version="1.0" encoding="utf-8"?>
<ds:datastoreItem xmlns:ds="http://schemas.openxmlformats.org/officeDocument/2006/customXml" ds:itemID="{001F17D2-ECD7-45A0-805D-6210959ABE3C}"/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294</Words>
  <Application>Microsoft Office PowerPoint</Application>
  <PresentationFormat>Widescreen</PresentationFormat>
  <Paragraphs>33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process flow for Recovery?</vt:lpstr>
      <vt:lpstr>What is the process flow for Recovery?</vt:lpstr>
      <vt:lpstr>What are Recovery / Remediation Plans?</vt:lpstr>
      <vt:lpstr>What are Recovery / Remediation Plans?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148</cp:revision>
  <cp:lastPrinted>2020-04-29T19:12:33Z</cp:lastPrinted>
  <dcterms:created xsi:type="dcterms:W3CDTF">2020-04-24T18:08:50Z</dcterms:created>
  <dcterms:modified xsi:type="dcterms:W3CDTF">2020-09-11T14:15:49Z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