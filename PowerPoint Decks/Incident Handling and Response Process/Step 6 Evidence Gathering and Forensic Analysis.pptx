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80" r:id="rId2"/>
    <p:sldId id="2910" r:id="rId3"/>
    <p:sldId id="2908" r:id="rId4"/>
    <p:sldId id="2911" r:id="rId5"/>
    <p:sldId id="2909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53084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5280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284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965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Evidence Gathering and Forensics Analysis?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dirty="0"/>
              <a:t>1. The IH&amp;R team will collect evidence about the incident and simultaneously create a chain of custody document.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2. The investigators analyze the evidence to identify the cause and nature of the incident.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3. They document the results of the forensic analysis and submit their report to management.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4. If analysis can identify a perpetrator, management decides whether to prosecute, or whether to allow the organizational disciplinary team to handle it.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Evidence Gathering and Forensics Analysis?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dirty="0"/>
              <a:t>5. If there is need for law enforcement, management or a designated authority contacts a third-party law enforcement agency.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6. If the investigation fails to identify the perpetrator, then management decides whether to close the investigation or to pass it to an external investigation agency for further action.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7. If third-party investigators can identify a perpetrator, then they report their findings to management.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8. If third-party investigators also fail to identify a perpetrator, the IH&amp;R team or management can recommend an update to the IH&amp;R processes that may enable them to carry out successful investigations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96294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gather evidence?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100" dirty="0"/>
              <a:t>To gather evidence effectively, the organization must perform the following: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o Train employees to become incident handlers/responders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o Create and implement forensic readiness policies and procedures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o Enable logging on all systems</a:t>
            </a:r>
          </a:p>
        </p:txBody>
      </p:sp>
    </p:spTree>
    <p:extLst>
      <p:ext uri="{BB962C8B-B14F-4D97-AF65-F5344CB8AC3E}">
        <p14:creationId xmlns:p14="http://schemas.microsoft.com/office/powerpoint/2010/main" val="2957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gather evidence?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100" dirty="0"/>
              <a:t>The process of collecting evidence includes: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	o Identification of target resources, networks, and connected resources </a:t>
            </a:r>
          </a:p>
          <a:p>
            <a:pPr marL="0" indent="0">
              <a:buNone/>
            </a:pPr>
            <a:r>
              <a:rPr lang="en-US" sz="3100" dirty="0"/>
              <a:t>	o Securing and documenting the crime scene </a:t>
            </a:r>
          </a:p>
          <a:p>
            <a:pPr marL="0" indent="0">
              <a:buNone/>
            </a:pPr>
            <a:r>
              <a:rPr lang="en-US" sz="3100" dirty="0"/>
              <a:t>	o Extracting the fragile and volatile evidence </a:t>
            </a:r>
          </a:p>
          <a:p>
            <a:pPr marL="0" indent="0">
              <a:buNone/>
            </a:pPr>
            <a:r>
              <a:rPr lang="en-US" sz="3100" dirty="0"/>
              <a:t>	o Securely handling, packing, and transportation of all evidence/devices </a:t>
            </a:r>
          </a:p>
          <a:p>
            <a:pPr marL="0" indent="0">
              <a:buNone/>
            </a:pPr>
            <a:r>
              <a:rPr lang="en-US" sz="3100" dirty="0"/>
              <a:t>	o Extraction of static evidence stored as media and other resources</a:t>
            </a:r>
          </a:p>
        </p:txBody>
      </p:sp>
    </p:spTree>
    <p:extLst>
      <p:ext uri="{BB962C8B-B14F-4D97-AF65-F5344CB8AC3E}">
        <p14:creationId xmlns:p14="http://schemas.microsoft.com/office/powerpoint/2010/main" val="126609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Evidence Handling/Preservation?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100" b="1" dirty="0"/>
              <a:t>Evidence handling or preservation is an integral part of the evidence gathering process.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Preservation involves completely backing up all the affected systems for further investigation and recovery into/onto appropriate media devices. </a:t>
            </a:r>
          </a:p>
          <a:p>
            <a:pPr marL="0" indent="0">
              <a:buNone/>
            </a:pPr>
            <a:endParaRPr lang="en-US" sz="3100" dirty="0"/>
          </a:p>
          <a:p>
            <a:r>
              <a:rPr lang="en-US" sz="3100" dirty="0"/>
              <a:t>The IH&amp;R team must store the backups in a physically secure location. </a:t>
            </a:r>
          </a:p>
          <a:p>
            <a:r>
              <a:rPr lang="en-US" sz="3100" dirty="0"/>
              <a:t>Protect the collected evidence from physical or logical damage and maintain a well-documented chain of custody. </a:t>
            </a:r>
          </a:p>
          <a:p>
            <a:r>
              <a:rPr lang="en-US" sz="3100" dirty="0"/>
              <a:t>Only the individuals authorized for legal or data recovery purposes should have access to the backup.</a:t>
            </a:r>
          </a:p>
        </p:txBody>
      </p:sp>
    </p:spTree>
    <p:extLst>
      <p:ext uri="{BB962C8B-B14F-4D97-AF65-F5344CB8AC3E}">
        <p14:creationId xmlns:p14="http://schemas.microsoft.com/office/powerpoint/2010/main" val="122232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7CA27170-CFAC-43BC-809C-12E89879E927}"/>
</file>

<file path=customXml/itemProps2.xml><?xml version="1.0" encoding="utf-8"?>
<ds:datastoreItem xmlns:ds="http://schemas.openxmlformats.org/officeDocument/2006/customXml" ds:itemID="{07552AAE-0217-44FC-A157-3A7CB7183B1A}"/>
</file>

<file path=customXml/itemProps3.xml><?xml version="1.0" encoding="utf-8"?>
<ds:datastoreItem xmlns:ds="http://schemas.openxmlformats.org/officeDocument/2006/customXml" ds:itemID="{BEBA5343-4FF0-44F2-9F73-C7F95C4D43F5}"/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426</Words>
  <Application>Microsoft Office PowerPoint</Application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process flow for Evidence Gathering and Forensics Analysis?</vt:lpstr>
      <vt:lpstr>What is the process flow for Evidence Gathering and Forensics Analysis?</vt:lpstr>
      <vt:lpstr>How do we gather evidence?</vt:lpstr>
      <vt:lpstr>How do we gather evidence?</vt:lpstr>
      <vt:lpstr>What about Evidence Handling/Preservation?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143</cp:revision>
  <cp:lastPrinted>2020-04-29T19:12:33Z</cp:lastPrinted>
  <dcterms:created xsi:type="dcterms:W3CDTF">2020-04-24T18:08:50Z</dcterms:created>
  <dcterms:modified xsi:type="dcterms:W3CDTF">2020-09-10T11:55:53Z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