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0" r:id="rId2"/>
    <p:sldId id="2904" r:id="rId3"/>
    <p:sldId id="2900" r:id="rId4"/>
    <p:sldId id="2905" r:id="rId5"/>
    <p:sldId id="2906" r:id="rId6"/>
    <p:sldId id="2907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16506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7263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87124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45175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24562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notification?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Communication plays a major role in swiftly responding to an incident. It helps in reducing the impact of an incident by facilitating better coordination between different stakeholders.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Incident handlers must communicate the severity of an incident to management in order to secure approval for performing incident response procedures.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Communications should include the initial processes performed to assess the situation, detection methods applied, impacted resources, and management strategy.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process flow for notification?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Incident handlers may also need to communicate with an external party after approvals from management if they need external support for handling the incident. 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After controlling and mitigating the incident, the incident response team can disseminate the details of the incident and lessons learned throughout the organization to create/raise awareness.</a:t>
            </a:r>
          </a:p>
        </p:txBody>
      </p:sp>
    </p:spTree>
    <p:extLst>
      <p:ext uri="{BB962C8B-B14F-4D97-AF65-F5344CB8AC3E}">
        <p14:creationId xmlns:p14="http://schemas.microsoft.com/office/powerpoint/2010/main" val="81384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Who </a:t>
            </a:r>
            <a:r>
              <a:rPr lang="en-US" dirty="0" err="1"/>
              <a:t>ya</a:t>
            </a:r>
            <a:r>
              <a:rPr lang="en-US" dirty="0"/>
              <a:t>' </a:t>
            </a:r>
            <a:r>
              <a:rPr lang="en-US" dirty="0" err="1"/>
              <a:t>gonna</a:t>
            </a:r>
            <a:r>
              <a:rPr lang="en-US" dirty="0"/>
              <a:t> call?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r>
              <a:rPr lang="en-US" sz="3100" dirty="0"/>
              <a:t>The IH&amp;R team should have a list of contacts who have a role to play in the incident response process.</a:t>
            </a:r>
          </a:p>
          <a:p>
            <a:endParaRPr lang="en-US" sz="3100" dirty="0"/>
          </a:p>
          <a:p>
            <a:endParaRPr lang="en-US" sz="3100" dirty="0"/>
          </a:p>
          <a:p>
            <a:r>
              <a:rPr lang="en-US" sz="3100" dirty="0"/>
              <a:t>They must notify all these contacts after classifying and prioritizing the incident to gain permission and perform other incident response functions as needed.</a:t>
            </a:r>
          </a:p>
        </p:txBody>
      </p:sp>
    </p:spTree>
    <p:extLst>
      <p:ext uri="{BB962C8B-B14F-4D97-AF65-F5344CB8AC3E}">
        <p14:creationId xmlns:p14="http://schemas.microsoft.com/office/powerpoint/2010/main" val="64481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you </a:t>
            </a:r>
            <a:r>
              <a:rPr lang="en-US" dirty="0" err="1"/>
              <a:t>gonna</a:t>
            </a:r>
            <a:r>
              <a:rPr lang="en-US" dirty="0"/>
              <a:t> tell '</a:t>
            </a:r>
            <a:r>
              <a:rPr lang="en-US" dirty="0" err="1"/>
              <a:t>em</a:t>
            </a:r>
            <a:r>
              <a:rPr lang="en-US" dirty="0"/>
              <a:t> 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3100" dirty="0"/>
          </a:p>
          <a:p>
            <a:r>
              <a:rPr lang="en-US" sz="3100" dirty="0"/>
              <a:t>Impact on business and services </a:t>
            </a:r>
          </a:p>
          <a:p>
            <a:r>
              <a:rPr lang="en-US" sz="3100" dirty="0"/>
              <a:t>Scope of attack including the resources, accounts, devices, and other components compromised </a:t>
            </a:r>
          </a:p>
          <a:p>
            <a:r>
              <a:rPr lang="en-US" sz="3100" dirty="0"/>
              <a:t>Information /data at risk </a:t>
            </a:r>
          </a:p>
          <a:p>
            <a:r>
              <a:rPr lang="en-US" sz="3100" dirty="0"/>
              <a:t>Level of incident severity </a:t>
            </a:r>
          </a:p>
          <a:p>
            <a:r>
              <a:rPr lang="en-US" sz="3100" dirty="0"/>
              <a:t>Urgency for recovery</a:t>
            </a:r>
          </a:p>
          <a:p>
            <a:r>
              <a:rPr lang="en-US" sz="3100" dirty="0"/>
              <a:t>Resources available </a:t>
            </a:r>
          </a:p>
          <a:p>
            <a:r>
              <a:rPr lang="en-US" sz="3100" dirty="0"/>
              <a:t>(Exact) time of detection for incident activity </a:t>
            </a:r>
          </a:p>
        </p:txBody>
      </p:sp>
    </p:spTree>
    <p:extLst>
      <p:ext uri="{BB962C8B-B14F-4D97-AF65-F5344CB8AC3E}">
        <p14:creationId xmlns:p14="http://schemas.microsoft.com/office/powerpoint/2010/main" val="172965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you </a:t>
            </a:r>
            <a:r>
              <a:rPr lang="en-US" dirty="0" err="1"/>
              <a:t>gonna</a:t>
            </a:r>
            <a:r>
              <a:rPr lang="en-US" dirty="0"/>
              <a:t> tell '</a:t>
            </a:r>
            <a:r>
              <a:rPr lang="en-US" dirty="0" err="1"/>
              <a:t>em</a:t>
            </a:r>
            <a:r>
              <a:rPr lang="en-US" dirty="0"/>
              <a:t> 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r>
              <a:rPr lang="en-US" sz="3100" dirty="0"/>
              <a:t>Network location of the activity </a:t>
            </a:r>
          </a:p>
          <a:p>
            <a:r>
              <a:rPr lang="en-US" sz="3100" dirty="0"/>
              <a:t>Attack vectors and source(s) </a:t>
            </a:r>
          </a:p>
          <a:p>
            <a:r>
              <a:rPr lang="en-US" sz="3100" dirty="0"/>
              <a:t>Vulnerabilities or configuration flaws exploited </a:t>
            </a:r>
          </a:p>
          <a:p>
            <a:r>
              <a:rPr lang="en-US" sz="3100" dirty="0"/>
              <a:t>Indicators of Compromise (</a:t>
            </a:r>
            <a:r>
              <a:rPr lang="en-US" sz="3100" dirty="0" err="1"/>
              <a:t>IoCs</a:t>
            </a:r>
            <a:r>
              <a:rPr lang="en-US" sz="3100" dirty="0"/>
              <a:t>) </a:t>
            </a:r>
          </a:p>
          <a:p>
            <a:r>
              <a:rPr lang="en-US" sz="3100" dirty="0"/>
              <a:t>Methods used for detection </a:t>
            </a:r>
          </a:p>
          <a:p>
            <a:r>
              <a:rPr lang="en-US" sz="3100" dirty="0"/>
              <a:t>Suggestions regarding containment and eradication</a:t>
            </a:r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265751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are you </a:t>
            </a:r>
            <a:r>
              <a:rPr lang="en-US" dirty="0" err="1"/>
              <a:t>gonna</a:t>
            </a:r>
            <a:r>
              <a:rPr lang="en-US" dirty="0"/>
              <a:t> tell '</a:t>
            </a:r>
            <a:r>
              <a:rPr lang="en-US" dirty="0" err="1"/>
              <a:t>em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C11EB-CE14-4C70-AA84-F30D040E2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100" dirty="0"/>
          </a:p>
          <a:p>
            <a:pPr marL="0" indent="0">
              <a:buNone/>
            </a:pPr>
            <a:r>
              <a:rPr lang="en-US" sz="3100" dirty="0"/>
              <a:t>During the incident response process secure communication between different teams is essential</a:t>
            </a:r>
          </a:p>
          <a:p>
            <a:endParaRPr lang="en-US" sz="3100" dirty="0"/>
          </a:p>
          <a:p>
            <a:endParaRPr lang="en-US" sz="3100" dirty="0"/>
          </a:p>
          <a:p>
            <a:r>
              <a:rPr lang="en-US" sz="3100" dirty="0"/>
              <a:t>	Secure Communication Channels</a:t>
            </a:r>
          </a:p>
          <a:p>
            <a:r>
              <a:rPr lang="en-US" sz="3100" dirty="0"/>
              <a:t>	Out-of-Band Communication Channels</a:t>
            </a:r>
          </a:p>
          <a:p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55386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D57E4782-06AE-4B15-B227-EB1CC95CBEC0}"/>
</file>

<file path=customXml/itemProps2.xml><?xml version="1.0" encoding="utf-8"?>
<ds:datastoreItem xmlns:ds="http://schemas.openxmlformats.org/officeDocument/2006/customXml" ds:itemID="{AB33F622-83CB-4F97-B78E-E2A394D97740}"/>
</file>

<file path=customXml/itemProps3.xml><?xml version="1.0" encoding="utf-8"?>
<ds:datastoreItem xmlns:ds="http://schemas.openxmlformats.org/officeDocument/2006/customXml" ds:itemID="{BAC5D5A6-63C9-4A6A-8689-16E7590257E2}"/>
</file>

<file path=docProps/app.xml><?xml version="1.0" encoding="utf-8"?>
<Properties xmlns="http://schemas.openxmlformats.org/officeDocument/2006/extended-properties" xmlns:vt="http://schemas.openxmlformats.org/officeDocument/2006/docPropsVTypes">
  <TotalTime>2551</TotalTime>
  <Words>320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process flow for notification?</vt:lpstr>
      <vt:lpstr>What is the process flow for notification?</vt:lpstr>
      <vt:lpstr>Who ya' gonna call?</vt:lpstr>
      <vt:lpstr>What are you gonna tell 'em ?</vt:lpstr>
      <vt:lpstr>What are you gonna tell 'em ?</vt:lpstr>
      <vt:lpstr>How are you gonna tell 'em?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137</cp:revision>
  <cp:lastPrinted>2020-04-29T19:12:33Z</cp:lastPrinted>
  <dcterms:created xsi:type="dcterms:W3CDTF">2020-04-24T18:08:50Z</dcterms:created>
  <dcterms:modified xsi:type="dcterms:W3CDTF">2020-09-10T11:41:38Z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