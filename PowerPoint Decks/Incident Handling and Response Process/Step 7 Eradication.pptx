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
  </p:notesMasterIdLst>
  <p:sldIdLst>
    <p:sldId id="2880" r:id="rId2"/>
    <p:sldId id="2912" r:id="rId3"/>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11" Type="http://schemas.openxmlformats.org/officeDocument/2006/relationships/customXml" Target="../customXml/item3.xml"/><Relationship Id="rId5" Type="http://schemas.openxmlformats.org/officeDocument/2006/relationships/presProps" Target="presProps.xml"/><Relationship Id="rId10" Type="http://schemas.openxmlformats.org/officeDocument/2006/relationships/customXml" Target="../customXml/item2.xml"/><Relationship Id="rId4" Type="http://schemas.openxmlformats.org/officeDocument/2006/relationships/notesMaster" Target="notesMasters/notesMaster1.xml"/><Relationship Id="rId9"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F550400D-634F-4ECE-8B99-E301607E417A}" type="datetimeFigureOut">
              <a:rPr lang="en-US" smtClean="0"/>
              <a:t>9/10/2020</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22CA5BA8-5709-4BCF-8567-BC7E030021D0}" type="slidenum">
              <a:rPr lang="en-US" smtClean="0"/>
              <a:t>‹#›</a:t>
            </a:fld>
            <a:endParaRPr lang="en-US"/>
          </a:p>
        </p:txBody>
      </p:sp>
    </p:spTree>
    <p:extLst>
      <p:ext uri="{BB962C8B-B14F-4D97-AF65-F5344CB8AC3E}">
        <p14:creationId xmlns:p14="http://schemas.microsoft.com/office/powerpoint/2010/main" val="3507634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1</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583248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2</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14993326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FFCC102-5D77-AB4A-B015-62CEE166E515}"/>
              </a:ext>
            </a:extLst>
          </p:cNvPr>
          <p:cNvSpPr/>
          <p:nvPr userDrawn="1"/>
        </p:nvSpPr>
        <p:spPr>
          <a:xfrm>
            <a:off x="76199" y="1257301"/>
            <a:ext cx="12039600" cy="5524499"/>
          </a:xfrm>
          <a:prstGeom prst="rect">
            <a:avLst/>
          </a:prstGeom>
          <a:solidFill>
            <a:schemeClr val="tx1"/>
          </a:solidFill>
          <a:ln w="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bg1"/>
              </a:solidFill>
            </a:endParaRPr>
          </a:p>
        </p:txBody>
      </p:sp>
      <p:cxnSp>
        <p:nvCxnSpPr>
          <p:cNvPr id="13" name="Straight Connector 12">
            <a:extLst>
              <a:ext uri="{FF2B5EF4-FFF2-40B4-BE49-F238E27FC236}">
                <a16:creationId xmlns:a16="http://schemas.microsoft.com/office/drawing/2014/main" id="{F66CB8CD-22B6-8E44-A0B2-E202A3F50FC0}"/>
              </a:ext>
            </a:extLst>
          </p:cNvPr>
          <p:cNvCxnSpPr>
            <a:cxnSpLocks/>
          </p:cNvCxnSpPr>
          <p:nvPr userDrawn="1"/>
        </p:nvCxnSpPr>
        <p:spPr>
          <a:xfrm>
            <a:off x="76199" y="1257301"/>
            <a:ext cx="12039600" cy="0"/>
          </a:xfrm>
          <a:prstGeom prst="line">
            <a:avLst/>
          </a:prstGeom>
          <a:ln w="25400"/>
        </p:spPr>
        <p:style>
          <a:lnRef idx="1">
            <a:schemeClr val="accent2"/>
          </a:lnRef>
          <a:fillRef idx="0">
            <a:schemeClr val="accent2"/>
          </a:fillRef>
          <a:effectRef idx="0">
            <a:schemeClr val="accent2"/>
          </a:effectRef>
          <a:fontRef idx="minor">
            <a:schemeClr val="tx1"/>
          </a:fontRef>
        </p:style>
      </p:cxnSp>
      <p:pic>
        <p:nvPicPr>
          <p:cNvPr id="9" name="Picture 8">
            <a:extLst>
              <a:ext uri="{FF2B5EF4-FFF2-40B4-BE49-F238E27FC236}">
                <a16:creationId xmlns:a16="http://schemas.microsoft.com/office/drawing/2014/main" id="{91E13A89-D0B2-A346-9918-7B58BA5F80BF}"/>
              </a:ext>
            </a:extLst>
          </p:cNvPr>
          <p:cNvPicPr>
            <a:picLocks noChangeAspect="1"/>
          </p:cNvPicPr>
          <p:nvPr userDrawn="1"/>
        </p:nvPicPr>
        <p:blipFill rotWithShape="1">
          <a:blip r:embed="rId2"/>
          <a:srcRect t="22486" b="28721"/>
          <a:stretch/>
        </p:blipFill>
        <p:spPr>
          <a:xfrm>
            <a:off x="409554" y="221946"/>
            <a:ext cx="2688317" cy="833317"/>
          </a:xfrm>
          <a:prstGeom prst="rect">
            <a:avLst/>
          </a:prstGeom>
        </p:spPr>
      </p:pic>
      <p:sp>
        <p:nvSpPr>
          <p:cNvPr id="8" name="Title 1">
            <a:extLst>
              <a:ext uri="{FF2B5EF4-FFF2-40B4-BE49-F238E27FC236}">
                <a16:creationId xmlns:a16="http://schemas.microsoft.com/office/drawing/2014/main" id="{E537DE53-9F91-F144-B090-6891FC7F64E7}"/>
              </a:ext>
            </a:extLst>
          </p:cNvPr>
          <p:cNvSpPr>
            <a:spLocks noGrp="1"/>
          </p:cNvSpPr>
          <p:nvPr>
            <p:ph type="title"/>
          </p:nvPr>
        </p:nvSpPr>
        <p:spPr>
          <a:xfrm>
            <a:off x="1121782" y="1354512"/>
            <a:ext cx="10515600" cy="1882337"/>
          </a:xfrm>
          <a:prstGeom prst="rect">
            <a:avLst/>
          </a:prstGeom>
          <a:ln>
            <a:noFill/>
          </a:ln>
        </p:spPr>
        <p:txBody>
          <a:bodyPr anchor="b"/>
          <a:lstStyle>
            <a:lvl1pPr algn="r">
              <a:defRPr sz="6000">
                <a:solidFill>
                  <a:schemeClr val="bg1"/>
                </a:solidFill>
              </a:defRPr>
            </a:lvl1pPr>
          </a:lstStyle>
          <a:p>
            <a:r>
              <a:rPr lang="en-US"/>
              <a:t>Click to edit Master title style</a:t>
            </a:r>
          </a:p>
        </p:txBody>
      </p:sp>
      <p:sp>
        <p:nvSpPr>
          <p:cNvPr id="11" name="Text Placeholder 2">
            <a:extLst>
              <a:ext uri="{FF2B5EF4-FFF2-40B4-BE49-F238E27FC236}">
                <a16:creationId xmlns:a16="http://schemas.microsoft.com/office/drawing/2014/main" id="{9C3AB1C3-283D-F547-BE60-C0223B09E9F0}"/>
              </a:ext>
            </a:extLst>
          </p:cNvPr>
          <p:cNvSpPr>
            <a:spLocks noGrp="1"/>
          </p:cNvSpPr>
          <p:nvPr>
            <p:ph type="body" idx="1"/>
          </p:nvPr>
        </p:nvSpPr>
        <p:spPr>
          <a:xfrm>
            <a:off x="1121782" y="3539550"/>
            <a:ext cx="10515600" cy="959999"/>
          </a:xfrm>
          <a:prstGeom prst="rect">
            <a:avLst/>
          </a:prstGeom>
        </p:spPr>
        <p:txBody>
          <a:bodyPr/>
          <a:lstStyle>
            <a:lvl1pPr marL="0" indent="0" algn="r">
              <a:buNone/>
              <a:defRPr sz="2400" b="1" i="0">
                <a:solidFill>
                  <a:schemeClr val="bg1"/>
                </a:solidFill>
                <a:latin typeface="Proxima Nova Semibold" panose="02000506030000020004"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010504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pyright">
    <p:bg>
      <p:bgPr>
        <a:solidFill>
          <a:schemeClr val="accent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8550376-BED7-4B46-B83A-D8C4218AB513}"/>
              </a:ext>
            </a:extLst>
          </p:cNvPr>
          <p:cNvSpPr/>
          <p:nvPr userDrawn="1"/>
        </p:nvSpPr>
        <p:spPr>
          <a:xfrm>
            <a:off x="76199" y="1257301"/>
            <a:ext cx="12039600" cy="5524499"/>
          </a:xfrm>
          <a:prstGeom prst="rect">
            <a:avLst/>
          </a:prstGeom>
          <a:solidFill>
            <a:schemeClr val="tx1"/>
          </a:solidFill>
          <a:ln w="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bg1"/>
              </a:solidFill>
            </a:endParaRPr>
          </a:p>
        </p:txBody>
      </p:sp>
      <p:cxnSp>
        <p:nvCxnSpPr>
          <p:cNvPr id="7" name="Straight Connector 6">
            <a:extLst>
              <a:ext uri="{FF2B5EF4-FFF2-40B4-BE49-F238E27FC236}">
                <a16:creationId xmlns:a16="http://schemas.microsoft.com/office/drawing/2014/main" id="{F3B7B21E-0316-A247-8CEE-8DE76EAD7C95}"/>
              </a:ext>
            </a:extLst>
          </p:cNvPr>
          <p:cNvCxnSpPr>
            <a:cxnSpLocks/>
          </p:cNvCxnSpPr>
          <p:nvPr userDrawn="1"/>
        </p:nvCxnSpPr>
        <p:spPr>
          <a:xfrm>
            <a:off x="76199" y="1257301"/>
            <a:ext cx="12039600" cy="0"/>
          </a:xfrm>
          <a:prstGeom prst="line">
            <a:avLst/>
          </a:prstGeom>
          <a:ln w="25400"/>
        </p:spPr>
        <p:style>
          <a:lnRef idx="1">
            <a:schemeClr val="accent2"/>
          </a:lnRef>
          <a:fillRef idx="0">
            <a:schemeClr val="accent2"/>
          </a:fillRef>
          <a:effectRef idx="0">
            <a:schemeClr val="accent2"/>
          </a:effectRef>
          <a:fontRef idx="minor">
            <a:schemeClr val="tx1"/>
          </a:fontRef>
        </p:style>
      </p:cxnSp>
      <p:pic>
        <p:nvPicPr>
          <p:cNvPr id="9" name="Picture 8">
            <a:extLst>
              <a:ext uri="{FF2B5EF4-FFF2-40B4-BE49-F238E27FC236}">
                <a16:creationId xmlns:a16="http://schemas.microsoft.com/office/drawing/2014/main" id="{1FFA49D0-3C17-1747-A936-9501950BD561}"/>
              </a:ext>
            </a:extLst>
          </p:cNvPr>
          <p:cNvPicPr>
            <a:picLocks noChangeAspect="1"/>
          </p:cNvPicPr>
          <p:nvPr userDrawn="1"/>
        </p:nvPicPr>
        <p:blipFill rotWithShape="1">
          <a:blip r:embed="rId2"/>
          <a:srcRect t="22486" b="28721"/>
          <a:stretch/>
        </p:blipFill>
        <p:spPr>
          <a:xfrm>
            <a:off x="409554" y="221946"/>
            <a:ext cx="2688317" cy="833317"/>
          </a:xfrm>
          <a:prstGeom prst="rect">
            <a:avLst/>
          </a:prstGeom>
        </p:spPr>
      </p:pic>
      <p:sp>
        <p:nvSpPr>
          <p:cNvPr id="12" name="Subtitle 2">
            <a:extLst>
              <a:ext uri="{FF2B5EF4-FFF2-40B4-BE49-F238E27FC236}">
                <a16:creationId xmlns:a16="http://schemas.microsoft.com/office/drawing/2014/main" id="{004542C0-6F92-F542-B358-53649EAA8761}"/>
              </a:ext>
            </a:extLst>
          </p:cNvPr>
          <p:cNvSpPr txBox="1">
            <a:spLocks/>
          </p:cNvSpPr>
          <p:nvPr userDrawn="1"/>
        </p:nvSpPr>
        <p:spPr>
          <a:xfrm>
            <a:off x="624051" y="5195340"/>
            <a:ext cx="10943897" cy="1253359"/>
          </a:xfrm>
          <a:prstGeom prst="rect">
            <a:avLst/>
          </a:prstGeom>
        </p:spPr>
        <p:txBody>
          <a:bodyPr vert="horz" lIns="91440" tIns="45720" rIns="91440" bIns="45720" rtlCol="0">
            <a:normAutofit/>
          </a:bodyPr>
          <a:lstStyle>
            <a:lvl1pPr marL="0" indent="0" algn="r" defTabSz="914400" rtl="0" eaLnBrk="1" latinLnBrk="0" hangingPunct="1">
              <a:lnSpc>
                <a:spcPct val="90000"/>
              </a:lnSpc>
              <a:spcBef>
                <a:spcPts val="1000"/>
              </a:spcBef>
              <a:buFont typeface="Courier New" panose="02070309020205020404" pitchFamily="49" charset="0"/>
              <a:buNone/>
              <a:tabLst/>
              <a:defRPr sz="2800" b="1" i="0" kern="1200">
                <a:solidFill>
                  <a:schemeClr val="tx1"/>
                </a:solidFill>
                <a:latin typeface="Proxima Nova Semibold" panose="02000506030000020004" pitchFamily="2" charset="0"/>
                <a:ea typeface="+mn-ea"/>
                <a:cs typeface="+mn-cs"/>
              </a:defRPr>
            </a:lvl1pPr>
            <a:lvl2pPr marL="457200" indent="0" algn="ctr" defTabSz="914400" rtl="0" eaLnBrk="1" latinLnBrk="0" hangingPunct="1">
              <a:lnSpc>
                <a:spcPct val="90000"/>
              </a:lnSpc>
              <a:spcBef>
                <a:spcPts val="500"/>
              </a:spcBef>
              <a:buFont typeface="Courier New" panose="02070309020205020404" pitchFamily="49" charset="0"/>
              <a:buNone/>
              <a:tabLst/>
              <a:defRPr sz="2000" b="0" i="0" kern="1200">
                <a:solidFill>
                  <a:srgbClr val="525656"/>
                </a:solidFill>
                <a:latin typeface="Adelle Sans" panose="02000503000000020004" pitchFamily="2" charset="77"/>
                <a:ea typeface="+mn-ea"/>
                <a:cs typeface="+mn-cs"/>
              </a:defRPr>
            </a:lvl2pPr>
            <a:lvl3pPr marL="914400" indent="0" algn="ctr" defTabSz="914400" rtl="0" eaLnBrk="1" latinLnBrk="0" hangingPunct="1">
              <a:lnSpc>
                <a:spcPct val="90000"/>
              </a:lnSpc>
              <a:spcBef>
                <a:spcPts val="500"/>
              </a:spcBef>
              <a:buFont typeface="Courier New" panose="02070309020205020404" pitchFamily="49" charset="0"/>
              <a:buNone/>
              <a:tabLst/>
              <a:defRPr sz="1800" b="0" i="0" kern="1200">
                <a:solidFill>
                  <a:srgbClr val="525656"/>
                </a:solidFill>
                <a:latin typeface="Adelle Sans" panose="02000503000000020004" pitchFamily="2" charset="77"/>
                <a:ea typeface="+mn-ea"/>
                <a:cs typeface="+mn-cs"/>
              </a:defRPr>
            </a:lvl3pPr>
            <a:lvl4pPr marL="1371600" indent="0" algn="ctr" defTabSz="914400" rtl="0" eaLnBrk="1" latinLnBrk="0" hangingPunct="1">
              <a:lnSpc>
                <a:spcPct val="90000"/>
              </a:lnSpc>
              <a:spcBef>
                <a:spcPts val="500"/>
              </a:spcBef>
              <a:buFont typeface="Courier New" panose="02070309020205020404" pitchFamily="49" charset="0"/>
              <a:buNone/>
              <a:tabLst/>
              <a:defRPr sz="1600" b="0" i="0" kern="1200">
                <a:solidFill>
                  <a:srgbClr val="525656"/>
                </a:solidFill>
                <a:latin typeface="Adelle Sans" panose="02000503000000020004" pitchFamily="2" charset="77"/>
                <a:ea typeface="+mn-ea"/>
                <a:cs typeface="+mn-cs"/>
              </a:defRPr>
            </a:lvl4pPr>
            <a:lvl5pPr marL="1828800" indent="0" algn="ctr" defTabSz="914400" rtl="0" eaLnBrk="1" latinLnBrk="0" hangingPunct="1">
              <a:lnSpc>
                <a:spcPct val="90000"/>
              </a:lnSpc>
              <a:spcBef>
                <a:spcPts val="500"/>
              </a:spcBef>
              <a:buFont typeface="Courier New" panose="02070309020205020404" pitchFamily="49" charset="0"/>
              <a:buNone/>
              <a:tabLst/>
              <a:defRPr sz="1600" b="0" i="0" kern="1200">
                <a:solidFill>
                  <a:srgbClr val="525656"/>
                </a:solidFill>
                <a:latin typeface="Adelle Sans" panose="02000503000000020004" pitchFamily="2"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600" b="0" i="0">
                <a:solidFill>
                  <a:schemeClr val="bg1"/>
                </a:solidFill>
                <a:latin typeface="Adelle Sans" panose="02000503000000020004" pitchFamily="2" charset="77"/>
              </a:rPr>
              <a:t>Click to edit Master subtitle style</a:t>
            </a:r>
          </a:p>
        </p:txBody>
      </p:sp>
    </p:spTree>
    <p:extLst>
      <p:ext uri="{BB962C8B-B14F-4D97-AF65-F5344CB8AC3E}">
        <p14:creationId xmlns:p14="http://schemas.microsoft.com/office/powerpoint/2010/main" val="3754250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F951679-C038-3D4F-B9C6-BD4097A52467}"/>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02ECF62-AF5A-6A4B-8DAF-6576CE0FE947}"/>
              </a:ext>
            </a:extLst>
          </p:cNvPr>
          <p:cNvSpPr>
            <a:spLocks noGrp="1"/>
          </p:cNvSpPr>
          <p:nvPr>
            <p:ph idx="1"/>
          </p:nvPr>
        </p:nvSpPr>
        <p:spPr>
          <a:xfrm>
            <a:off x="507124" y="1161288"/>
            <a:ext cx="11175123" cy="4687891"/>
          </a:xfrm>
          <a:prstGeom prst="rect">
            <a:avLst/>
          </a:prstGeom>
        </p:spPr>
        <p:txBody>
          <a:bodyPr/>
          <a:lstStyle>
            <a:lvl1pPr>
              <a:defRPr b="0" i="0">
                <a:latin typeface="Adelle Sans" panose="02000503000000020004" pitchFamily="2" charset="77"/>
              </a:defRPr>
            </a:lvl1pPr>
            <a:lvl2pPr marL="685800" indent="-228600">
              <a:buFont typeface="Courier New" panose="02070309020205020404" pitchFamily="49" charset="0"/>
              <a:buChar char="o"/>
              <a:defRPr b="0" i="0">
                <a:solidFill>
                  <a:srgbClr val="525656"/>
                </a:solidFill>
                <a:latin typeface="Adelle Sans" panose="02000503000000020004" pitchFamily="2" charset="77"/>
              </a:defRPr>
            </a:lvl2pPr>
            <a:lvl3pPr marL="1143000" indent="-228600">
              <a:buFont typeface="Courier New" panose="02070309020205020404" pitchFamily="49" charset="0"/>
              <a:buChar char="o"/>
              <a:defRPr b="0" i="0">
                <a:solidFill>
                  <a:srgbClr val="525656"/>
                </a:solidFill>
                <a:latin typeface="Adelle Sans" panose="02000503000000020004" pitchFamily="2" charset="77"/>
              </a:defRPr>
            </a:lvl3pPr>
            <a:lvl4pPr marL="1600200" indent="-228600">
              <a:buFont typeface="Courier New" panose="02070309020205020404" pitchFamily="49" charset="0"/>
              <a:buChar char="o"/>
              <a:defRPr b="0" i="0">
                <a:solidFill>
                  <a:srgbClr val="525656"/>
                </a:solidFill>
                <a:latin typeface="Adelle Sans" panose="02000503000000020004" pitchFamily="2" charset="77"/>
              </a:defRPr>
            </a:lvl4pPr>
            <a:lvl5pPr marL="2057400" indent="-228600">
              <a:buFont typeface="Courier New" panose="02070309020205020404" pitchFamily="49" charset="0"/>
              <a:buChar char="o"/>
              <a:defRPr b="0" i="0">
                <a:solidFill>
                  <a:srgbClr val="525656"/>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28B7FA2-906C-224F-91E8-737C56BAA8A6}"/>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pic>
        <p:nvPicPr>
          <p:cNvPr id="12" name="Picture 11">
            <a:extLst>
              <a:ext uri="{FF2B5EF4-FFF2-40B4-BE49-F238E27FC236}">
                <a16:creationId xmlns:a16="http://schemas.microsoft.com/office/drawing/2014/main" id="{4CCF5606-6DC5-4A43-91BA-969B5443296E}"/>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8" name="Rectangle 7">
            <a:extLst>
              <a:ext uri="{FF2B5EF4-FFF2-40B4-BE49-F238E27FC236}">
                <a16:creationId xmlns:a16="http://schemas.microsoft.com/office/drawing/2014/main" id="{C34C16D8-B479-BB46-AD7C-0AC4F5CEDC76}"/>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3377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02ADA8A-EE40-8D42-B058-429F77AD6030}"/>
              </a:ext>
            </a:extLst>
          </p:cNvPr>
          <p:cNvSpPr/>
          <p:nvPr userDrawn="1"/>
        </p:nvSpPr>
        <p:spPr>
          <a:xfrm>
            <a:off x="76199" y="1257301"/>
            <a:ext cx="12039600" cy="5524499"/>
          </a:xfrm>
          <a:prstGeom prst="rect">
            <a:avLst/>
          </a:prstGeom>
          <a:solidFill>
            <a:schemeClr val="tx1"/>
          </a:solidFill>
          <a:ln w="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 name="Title 1">
            <a:extLst>
              <a:ext uri="{FF2B5EF4-FFF2-40B4-BE49-F238E27FC236}">
                <a16:creationId xmlns:a16="http://schemas.microsoft.com/office/drawing/2014/main" id="{0534CEAF-3B24-A242-A428-FB8B1A7D5F21}"/>
              </a:ext>
            </a:extLst>
          </p:cNvPr>
          <p:cNvSpPr>
            <a:spLocks noGrp="1"/>
          </p:cNvSpPr>
          <p:nvPr>
            <p:ph type="title"/>
          </p:nvPr>
        </p:nvSpPr>
        <p:spPr>
          <a:xfrm>
            <a:off x="831850" y="2648054"/>
            <a:ext cx="10515600" cy="1882337"/>
          </a:xfrm>
          <a:prstGeom prst="rect">
            <a:avLst/>
          </a:prstGeom>
          <a:ln>
            <a:noFill/>
          </a:ln>
        </p:spPr>
        <p:txBody>
          <a:bodyPr anchor="b"/>
          <a:lstStyle>
            <a:lvl1pPr algn="ct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DAB81C1E-F57C-FB49-8A8C-E5F2C60D08C6}"/>
              </a:ext>
            </a:extLst>
          </p:cNvPr>
          <p:cNvSpPr>
            <a:spLocks noGrp="1"/>
          </p:cNvSpPr>
          <p:nvPr>
            <p:ph type="body" idx="1"/>
          </p:nvPr>
        </p:nvSpPr>
        <p:spPr>
          <a:xfrm>
            <a:off x="831850" y="4814406"/>
            <a:ext cx="10515600" cy="959999"/>
          </a:xfrm>
          <a:prstGeom prst="rect">
            <a:avLst/>
          </a:prstGeom>
        </p:spPr>
        <p:txBody>
          <a:bodyPr/>
          <a:lstStyle>
            <a:lvl1pPr marL="0" indent="0" algn="ctr">
              <a:buNone/>
              <a:defRPr sz="2400" b="1" i="0">
                <a:solidFill>
                  <a:schemeClr val="bg1"/>
                </a:solidFill>
                <a:latin typeface="Proxima Nova Semibold" panose="02000506030000020004"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a:extLst>
              <a:ext uri="{FF2B5EF4-FFF2-40B4-BE49-F238E27FC236}">
                <a16:creationId xmlns:a16="http://schemas.microsoft.com/office/drawing/2014/main" id="{72B0757F-692F-4442-AC10-47BE80EC633F}"/>
              </a:ext>
            </a:extLst>
          </p:cNvPr>
          <p:cNvPicPr>
            <a:picLocks noChangeAspect="1"/>
          </p:cNvPicPr>
          <p:nvPr userDrawn="1"/>
        </p:nvPicPr>
        <p:blipFill rotWithShape="1">
          <a:blip r:embed="rId2"/>
          <a:srcRect t="18801" b="16721"/>
          <a:stretch/>
        </p:blipFill>
        <p:spPr>
          <a:xfrm>
            <a:off x="5496490" y="237942"/>
            <a:ext cx="1327643" cy="856044"/>
          </a:xfrm>
          <a:prstGeom prst="rect">
            <a:avLst/>
          </a:prstGeom>
        </p:spPr>
      </p:pic>
      <p:cxnSp>
        <p:nvCxnSpPr>
          <p:cNvPr id="10" name="Straight Connector 9">
            <a:extLst>
              <a:ext uri="{FF2B5EF4-FFF2-40B4-BE49-F238E27FC236}">
                <a16:creationId xmlns:a16="http://schemas.microsoft.com/office/drawing/2014/main" id="{C75C7F33-8A0F-C247-8673-DF3D12BB0E56}"/>
              </a:ext>
            </a:extLst>
          </p:cNvPr>
          <p:cNvCxnSpPr>
            <a:cxnSpLocks/>
          </p:cNvCxnSpPr>
          <p:nvPr userDrawn="1"/>
        </p:nvCxnSpPr>
        <p:spPr>
          <a:xfrm>
            <a:off x="76199" y="1257301"/>
            <a:ext cx="12039600" cy="0"/>
          </a:xfrm>
          <a:prstGeom prst="line">
            <a:avLst/>
          </a:prstGeom>
          <a:ln w="254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18283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5601DA-8347-6048-AFC7-B3EE3A4EDB24}"/>
              </a:ext>
            </a:extLst>
          </p:cNvPr>
          <p:cNvSpPr>
            <a:spLocks noGrp="1"/>
          </p:cNvSpPr>
          <p:nvPr>
            <p:ph sz="half" idx="1"/>
          </p:nvPr>
        </p:nvSpPr>
        <p:spPr>
          <a:xfrm>
            <a:off x="525516" y="1161288"/>
            <a:ext cx="5339256" cy="4247315"/>
          </a:xfrm>
          <a:prstGeom prst="rect">
            <a:avLst/>
          </a:prstGeom>
        </p:spPr>
        <p:txBody>
          <a:bodyPr/>
          <a:lstStyle>
            <a:lvl1pPr>
              <a:defRPr b="0" i="0">
                <a:latin typeface="Adelle Sans" panose="02000503000000020004" pitchFamily="2" charset="77"/>
              </a:defRPr>
            </a:lvl1pPr>
            <a:lvl2pPr>
              <a:defRPr b="0" i="0">
                <a:latin typeface="Adelle Sans" panose="02000503000000020004" pitchFamily="2" charset="77"/>
              </a:defRPr>
            </a:lvl2pPr>
            <a:lvl3pPr>
              <a:defRPr b="0" i="0">
                <a:latin typeface="Adelle Sans" panose="02000503000000020004" pitchFamily="2" charset="77"/>
              </a:defRPr>
            </a:lvl3pPr>
            <a:lvl4pPr>
              <a:defRPr b="0" i="0">
                <a:latin typeface="Adelle Sans" panose="02000503000000020004" pitchFamily="2" charset="77"/>
              </a:defRPr>
            </a:lvl4pPr>
            <a:lvl5pPr>
              <a:defRPr b="0" i="0">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a:extLst>
              <a:ext uri="{FF2B5EF4-FFF2-40B4-BE49-F238E27FC236}">
                <a16:creationId xmlns:a16="http://schemas.microsoft.com/office/drawing/2014/main" id="{448A93EA-740D-534C-9F9A-851CAAFC6F58}"/>
              </a:ext>
            </a:extLst>
          </p:cNvPr>
          <p:cNvSpPr>
            <a:spLocks noGrp="1"/>
          </p:cNvSpPr>
          <p:nvPr>
            <p:ph sz="half" idx="13"/>
          </p:nvPr>
        </p:nvSpPr>
        <p:spPr>
          <a:xfrm>
            <a:off x="6327230" y="1161288"/>
            <a:ext cx="5339256" cy="4247315"/>
          </a:xfrm>
          <a:prstGeom prst="rect">
            <a:avLst/>
          </a:prstGeom>
        </p:spPr>
        <p:txBody>
          <a:bodyPr/>
          <a:lstStyle>
            <a:lvl1pPr>
              <a:defRPr b="0" i="0">
                <a:latin typeface="Adelle Sans" panose="02000503000000020004" pitchFamily="2" charset="77"/>
              </a:defRPr>
            </a:lvl1pPr>
            <a:lvl2pPr>
              <a:defRPr b="0" i="0">
                <a:latin typeface="Adelle Sans" panose="02000503000000020004" pitchFamily="2" charset="77"/>
              </a:defRPr>
            </a:lvl2pPr>
            <a:lvl3pPr>
              <a:defRPr b="0" i="0">
                <a:latin typeface="Adelle Sans" panose="02000503000000020004" pitchFamily="2" charset="77"/>
              </a:defRPr>
            </a:lvl3pPr>
            <a:lvl4pPr>
              <a:defRPr b="0" i="0">
                <a:latin typeface="Adelle Sans" panose="02000503000000020004" pitchFamily="2" charset="77"/>
              </a:defRPr>
            </a:lvl4pPr>
            <a:lvl5pPr>
              <a:defRPr b="0" i="0">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E841E47F-9CBC-DD48-8C04-77F3D57C3379}"/>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9" name="Rectangle 8">
            <a:extLst>
              <a:ext uri="{FF2B5EF4-FFF2-40B4-BE49-F238E27FC236}">
                <a16:creationId xmlns:a16="http://schemas.microsoft.com/office/drawing/2014/main" id="{3D2B1C16-A483-9045-B5B4-5312C63A98DF}"/>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2CDC1CD-60B7-3A48-9555-D2A53A2C6D9B}"/>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8F647ED5-144A-1F43-9397-C331DF9F50F5}"/>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Tree>
    <p:extLst>
      <p:ext uri="{BB962C8B-B14F-4D97-AF65-F5344CB8AC3E}">
        <p14:creationId xmlns:p14="http://schemas.microsoft.com/office/powerpoint/2010/main" val="3669641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5601DA-8347-6048-AFC7-B3EE3A4EDB24}"/>
              </a:ext>
            </a:extLst>
          </p:cNvPr>
          <p:cNvSpPr>
            <a:spLocks noGrp="1"/>
          </p:cNvSpPr>
          <p:nvPr>
            <p:ph sz="half" idx="1"/>
          </p:nvPr>
        </p:nvSpPr>
        <p:spPr>
          <a:xfrm>
            <a:off x="525515" y="1161288"/>
            <a:ext cx="11022320" cy="4247315"/>
          </a:xfrm>
          <a:prstGeom prst="rect">
            <a:avLst/>
          </a:prstGeom>
        </p:spPr>
        <p:txBody>
          <a:bodyPr/>
          <a:lstStyle>
            <a:lvl1pPr>
              <a:defRPr b="0" i="0">
                <a:latin typeface="Adelle Sans" panose="02000503000000020004" pitchFamily="2" charset="77"/>
              </a:defRPr>
            </a:lvl1pPr>
            <a:lvl2pPr>
              <a:defRPr b="0" i="0">
                <a:latin typeface="Adelle Sans" panose="02000503000000020004" pitchFamily="2" charset="77"/>
              </a:defRPr>
            </a:lvl2pPr>
            <a:lvl3pPr>
              <a:defRPr b="0" i="0">
                <a:latin typeface="Adelle Sans" panose="02000503000000020004" pitchFamily="2" charset="77"/>
              </a:defRPr>
            </a:lvl3pPr>
            <a:lvl4pPr>
              <a:defRPr b="0" i="0">
                <a:latin typeface="Adelle Sans" panose="02000503000000020004" pitchFamily="2" charset="77"/>
              </a:defRPr>
            </a:lvl4pPr>
            <a:lvl5pPr>
              <a:defRPr b="0" i="0">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E841E47F-9CBC-DD48-8C04-77F3D57C3379}"/>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9" name="Rectangle 8">
            <a:extLst>
              <a:ext uri="{FF2B5EF4-FFF2-40B4-BE49-F238E27FC236}">
                <a16:creationId xmlns:a16="http://schemas.microsoft.com/office/drawing/2014/main" id="{F6293178-3B92-7843-ACDD-A6618DC287B8}"/>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1752F457-B5E3-8F47-95DD-D367B00BA38B}"/>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
        <p:nvSpPr>
          <p:cNvPr id="12" name="Rectangle 11">
            <a:extLst>
              <a:ext uri="{FF2B5EF4-FFF2-40B4-BE49-F238E27FC236}">
                <a16:creationId xmlns:a16="http://schemas.microsoft.com/office/drawing/2014/main" id="{B5FC8432-B0CC-124E-92A6-31C64477B9CF}"/>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9541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5601DA-8347-6048-AFC7-B3EE3A4EDB24}"/>
              </a:ext>
            </a:extLst>
          </p:cNvPr>
          <p:cNvSpPr>
            <a:spLocks noGrp="1"/>
          </p:cNvSpPr>
          <p:nvPr>
            <p:ph sz="half" idx="1"/>
          </p:nvPr>
        </p:nvSpPr>
        <p:spPr>
          <a:xfrm>
            <a:off x="4903304" y="1161288"/>
            <a:ext cx="6763234" cy="2911642"/>
          </a:xfrm>
          <a:prstGeom prst="rect">
            <a:avLst/>
          </a:prstGeom>
        </p:spPr>
        <p:txBody>
          <a:bodyPr/>
          <a:lstStyle>
            <a:lvl1pPr>
              <a:defRPr b="0" i="0">
                <a:latin typeface="Adelle Sans" panose="02000503000000020004" pitchFamily="2" charset="77"/>
              </a:defRPr>
            </a:lvl1pPr>
            <a:lvl2pPr>
              <a:defRPr b="0" i="0">
                <a:latin typeface="Adelle Sans" panose="02000503000000020004" pitchFamily="2" charset="77"/>
              </a:defRPr>
            </a:lvl2pPr>
            <a:lvl3pPr>
              <a:defRPr b="0" i="0">
                <a:latin typeface="Adelle Sans" panose="02000503000000020004" pitchFamily="2" charset="77"/>
              </a:defRPr>
            </a:lvl3pPr>
            <a:lvl4pPr>
              <a:defRPr b="0" i="0">
                <a:latin typeface="Adelle Sans" panose="02000503000000020004" pitchFamily="2" charset="77"/>
              </a:defRPr>
            </a:lvl4pPr>
            <a:lvl5pPr>
              <a:defRPr b="0" i="0">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9B32B816-31A6-5D4A-A375-EC666A89A105}"/>
              </a:ext>
            </a:extLst>
          </p:cNvPr>
          <p:cNvPicPr>
            <a:picLocks noChangeAspect="1"/>
          </p:cNvPicPr>
          <p:nvPr userDrawn="1"/>
        </p:nvPicPr>
        <p:blipFill>
          <a:blip r:embed="rId2"/>
          <a:stretch>
            <a:fillRect/>
          </a:stretch>
        </p:blipFill>
        <p:spPr>
          <a:xfrm>
            <a:off x="961699" y="1161288"/>
            <a:ext cx="3549974" cy="4437468"/>
          </a:xfrm>
          <a:prstGeom prst="rect">
            <a:avLst/>
          </a:prstGeom>
        </p:spPr>
      </p:pic>
      <p:pic>
        <p:nvPicPr>
          <p:cNvPr id="7" name="Picture 6">
            <a:extLst>
              <a:ext uri="{FF2B5EF4-FFF2-40B4-BE49-F238E27FC236}">
                <a16:creationId xmlns:a16="http://schemas.microsoft.com/office/drawing/2014/main" id="{89126C43-57A2-E347-AD98-A4972DDFF024}"/>
              </a:ext>
            </a:extLst>
          </p:cNvPr>
          <p:cNvPicPr>
            <a:picLocks noChangeAspect="1"/>
          </p:cNvPicPr>
          <p:nvPr userDrawn="1"/>
        </p:nvPicPr>
        <p:blipFill rotWithShape="1">
          <a:blip r:embed="rId3"/>
          <a:srcRect r="66281" b="-1742"/>
          <a:stretch/>
        </p:blipFill>
        <p:spPr>
          <a:xfrm>
            <a:off x="275249" y="5904491"/>
            <a:ext cx="686450" cy="732790"/>
          </a:xfrm>
          <a:prstGeom prst="rect">
            <a:avLst/>
          </a:prstGeom>
        </p:spPr>
      </p:pic>
      <p:sp>
        <p:nvSpPr>
          <p:cNvPr id="9" name="Rectangle 8">
            <a:extLst>
              <a:ext uri="{FF2B5EF4-FFF2-40B4-BE49-F238E27FC236}">
                <a16:creationId xmlns:a16="http://schemas.microsoft.com/office/drawing/2014/main" id="{9E068130-E2E2-5E46-8F8E-5AB9C589153C}"/>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76860F66-25E7-8E47-8582-F4D74F2E48F1}"/>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
        <p:nvSpPr>
          <p:cNvPr id="13" name="Rectangle 12">
            <a:extLst>
              <a:ext uri="{FF2B5EF4-FFF2-40B4-BE49-F238E27FC236}">
                <a16:creationId xmlns:a16="http://schemas.microsoft.com/office/drawing/2014/main" id="{48FC791A-95B2-5E41-9A70-75AB9C875165}"/>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37181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C5CA925-A192-0942-8DCB-09514A197750}"/>
              </a:ext>
            </a:extLst>
          </p:cNvPr>
          <p:cNvSpPr>
            <a:spLocks noGrp="1"/>
          </p:cNvSpPr>
          <p:nvPr>
            <p:ph type="body" idx="1"/>
          </p:nvPr>
        </p:nvSpPr>
        <p:spPr>
          <a:xfrm>
            <a:off x="525516" y="1118193"/>
            <a:ext cx="5339256" cy="823912"/>
          </a:xfrm>
          <a:prstGeom prst="rect">
            <a:avLst/>
          </a:prstGeom>
        </p:spPr>
        <p:txBody>
          <a:bodyPr anchor="b">
            <a:normAutofit/>
          </a:bodyPr>
          <a:lstStyle>
            <a:lvl1pPr marL="0" indent="0">
              <a:buNone/>
              <a:defRPr sz="2800" b="1" i="0">
                <a:solidFill>
                  <a:schemeClr val="accent6">
                    <a:lumMod val="50000"/>
                  </a:schemeClr>
                </a:solidFill>
                <a:latin typeface="Proxima Nova Semibold" panose="02000506030000020004"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788494-3E34-F041-B8E4-A88C3ED8C5F9}"/>
              </a:ext>
            </a:extLst>
          </p:cNvPr>
          <p:cNvSpPr>
            <a:spLocks noGrp="1"/>
          </p:cNvSpPr>
          <p:nvPr>
            <p:ph sz="half" idx="2"/>
          </p:nvPr>
        </p:nvSpPr>
        <p:spPr>
          <a:xfrm>
            <a:off x="525516" y="2051473"/>
            <a:ext cx="5339256" cy="3684588"/>
          </a:xfrm>
          <a:prstGeom prst="rect">
            <a:avLst/>
          </a:prstGeom>
        </p:spPr>
        <p:txBody>
          <a:bodyPr/>
          <a:lstStyle>
            <a:lvl1pPr>
              <a:defRPr sz="2000" b="0" i="0">
                <a:latin typeface="Adelle Sans" panose="02000503000000020004" pitchFamily="2" charset="77"/>
              </a:defRPr>
            </a:lvl1pPr>
            <a:lvl2pPr>
              <a:defRPr sz="1800" b="0" i="0">
                <a:solidFill>
                  <a:srgbClr val="525656"/>
                </a:solidFill>
                <a:latin typeface="Adelle Sans" panose="02000503000000020004" pitchFamily="2" charset="77"/>
              </a:defRPr>
            </a:lvl2pPr>
            <a:lvl3pPr>
              <a:defRPr sz="1600" b="0" i="0">
                <a:solidFill>
                  <a:srgbClr val="525656"/>
                </a:solidFill>
                <a:latin typeface="Adelle Sans" panose="02000503000000020004" pitchFamily="2" charset="77"/>
              </a:defRPr>
            </a:lvl3pPr>
            <a:lvl4pPr>
              <a:defRPr b="0" i="0">
                <a:solidFill>
                  <a:srgbClr val="525656"/>
                </a:solidFill>
                <a:latin typeface="Adelle Sans" panose="02000503000000020004" pitchFamily="2" charset="77"/>
              </a:defRPr>
            </a:lvl4pPr>
            <a:lvl5pPr>
              <a:defRPr b="0" i="0">
                <a:solidFill>
                  <a:srgbClr val="525656"/>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51CB6872-94EB-EB45-BDBF-F7D3974C9DE4}"/>
              </a:ext>
            </a:extLst>
          </p:cNvPr>
          <p:cNvSpPr>
            <a:spLocks noGrp="1"/>
          </p:cNvSpPr>
          <p:nvPr>
            <p:ph sz="half" idx="13"/>
          </p:nvPr>
        </p:nvSpPr>
        <p:spPr>
          <a:xfrm>
            <a:off x="6358758" y="2051473"/>
            <a:ext cx="5339256" cy="3684588"/>
          </a:xfrm>
          <a:prstGeom prst="rect">
            <a:avLst/>
          </a:prstGeom>
        </p:spPr>
        <p:txBody>
          <a:bodyPr/>
          <a:lstStyle>
            <a:lvl1pPr>
              <a:defRPr b="0" i="0">
                <a:latin typeface="Adelle Sans" panose="02000503000000020004" pitchFamily="2" charset="77"/>
              </a:defRPr>
            </a:lvl1pPr>
            <a:lvl2pPr>
              <a:defRPr b="0" i="0">
                <a:solidFill>
                  <a:srgbClr val="525656"/>
                </a:solidFill>
                <a:latin typeface="Adelle Sans" panose="02000503000000020004" pitchFamily="2" charset="77"/>
              </a:defRPr>
            </a:lvl2pPr>
            <a:lvl3pPr>
              <a:defRPr b="0" i="0">
                <a:solidFill>
                  <a:srgbClr val="525656"/>
                </a:solidFill>
                <a:latin typeface="Adelle Sans" panose="02000503000000020004" pitchFamily="2" charset="77"/>
              </a:defRPr>
            </a:lvl3pPr>
            <a:lvl4pPr>
              <a:defRPr b="0" i="0">
                <a:solidFill>
                  <a:srgbClr val="525656"/>
                </a:solidFill>
                <a:latin typeface="Adelle Sans" panose="02000503000000020004" pitchFamily="2" charset="77"/>
              </a:defRPr>
            </a:lvl4pPr>
            <a:lvl5pPr>
              <a:defRPr b="0" i="0">
                <a:solidFill>
                  <a:srgbClr val="525656"/>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6" name="Picture 15">
            <a:extLst>
              <a:ext uri="{FF2B5EF4-FFF2-40B4-BE49-F238E27FC236}">
                <a16:creationId xmlns:a16="http://schemas.microsoft.com/office/drawing/2014/main" id="{4DDE1C7E-4CC2-C942-8FC1-BE8CDAB37DB2}"/>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17" name="Text Placeholder 2">
            <a:extLst>
              <a:ext uri="{FF2B5EF4-FFF2-40B4-BE49-F238E27FC236}">
                <a16:creationId xmlns:a16="http://schemas.microsoft.com/office/drawing/2014/main" id="{3E3E685A-2A2D-6D4B-90D0-C351A9D72C70}"/>
              </a:ext>
            </a:extLst>
          </p:cNvPr>
          <p:cNvSpPr>
            <a:spLocks noGrp="1"/>
          </p:cNvSpPr>
          <p:nvPr>
            <p:ph type="body" idx="14"/>
          </p:nvPr>
        </p:nvSpPr>
        <p:spPr>
          <a:xfrm>
            <a:off x="6358758" y="1118193"/>
            <a:ext cx="5339256" cy="823912"/>
          </a:xfrm>
          <a:prstGeom prst="rect">
            <a:avLst/>
          </a:prstGeom>
        </p:spPr>
        <p:txBody>
          <a:bodyPr anchor="b">
            <a:normAutofit/>
          </a:bodyPr>
          <a:lstStyle>
            <a:lvl1pPr marL="0" indent="0">
              <a:buNone/>
              <a:defRPr sz="2800" b="1" i="0">
                <a:solidFill>
                  <a:schemeClr val="accent6">
                    <a:lumMod val="50000"/>
                  </a:schemeClr>
                </a:solidFill>
                <a:latin typeface="Proxima Nova Semibold" panose="02000506030000020004"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Rectangle 10">
            <a:extLst>
              <a:ext uri="{FF2B5EF4-FFF2-40B4-BE49-F238E27FC236}">
                <a16:creationId xmlns:a16="http://schemas.microsoft.com/office/drawing/2014/main" id="{1DAAE57A-FE05-9C4D-864E-23C54D16BF2F}"/>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A55EC85A-83D7-754F-92C5-D85306B21964}"/>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
        <p:nvSpPr>
          <p:cNvPr id="14" name="Rectangle 13">
            <a:extLst>
              <a:ext uri="{FF2B5EF4-FFF2-40B4-BE49-F238E27FC236}">
                <a16:creationId xmlns:a16="http://schemas.microsoft.com/office/drawing/2014/main" id="{2E895DC7-61FB-464B-A0D1-046B8C0906C9}"/>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392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1FF22C-90B2-C248-AC4E-B2382376A131}"/>
              </a:ext>
            </a:extLst>
          </p:cNvPr>
          <p:cNvPicPr>
            <a:picLocks noChangeAspect="1"/>
          </p:cNvPicPr>
          <p:nvPr/>
        </p:nvPicPr>
        <p:blipFill rotWithShape="1">
          <a:blip r:embed="rId2"/>
          <a:srcRect r="66281" b="-1742"/>
          <a:stretch/>
        </p:blipFill>
        <p:spPr>
          <a:xfrm>
            <a:off x="275249" y="5904491"/>
            <a:ext cx="686450" cy="732790"/>
          </a:xfrm>
          <a:prstGeom prst="rect">
            <a:avLst/>
          </a:prstGeom>
        </p:spPr>
      </p:pic>
      <p:pic>
        <p:nvPicPr>
          <p:cNvPr id="15" name="Picture 14">
            <a:extLst>
              <a:ext uri="{FF2B5EF4-FFF2-40B4-BE49-F238E27FC236}">
                <a16:creationId xmlns:a16="http://schemas.microsoft.com/office/drawing/2014/main" id="{4870C5A3-B0F2-B343-A1A8-822AF0AFBF36}"/>
              </a:ext>
            </a:extLst>
          </p:cNvPr>
          <p:cNvPicPr>
            <a:picLocks noChangeAspect="1"/>
          </p:cNvPicPr>
          <p:nvPr userDrawn="1"/>
        </p:nvPicPr>
        <p:blipFill>
          <a:blip r:embed="rId3"/>
          <a:stretch>
            <a:fillRect/>
          </a:stretch>
        </p:blipFill>
        <p:spPr>
          <a:xfrm>
            <a:off x="6334540" y="1530094"/>
            <a:ext cx="5501262" cy="1943146"/>
          </a:xfrm>
          <a:prstGeom prst="rect">
            <a:avLst/>
          </a:prstGeom>
        </p:spPr>
      </p:pic>
      <p:sp>
        <p:nvSpPr>
          <p:cNvPr id="11" name="Rectangle 10">
            <a:extLst>
              <a:ext uri="{FF2B5EF4-FFF2-40B4-BE49-F238E27FC236}">
                <a16:creationId xmlns:a16="http://schemas.microsoft.com/office/drawing/2014/main" id="{537D7183-C54B-2B4D-B36F-3DFB8F31E7F4}"/>
              </a:ext>
            </a:extLst>
          </p:cNvPr>
          <p:cNvSpPr/>
          <p:nvPr userDrawn="1"/>
        </p:nvSpPr>
        <p:spPr>
          <a:xfrm>
            <a:off x="73152" y="7315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1A31B2F-9578-7B4B-A18A-143A08D25286}"/>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2">
            <a:extLst>
              <a:ext uri="{FF2B5EF4-FFF2-40B4-BE49-F238E27FC236}">
                <a16:creationId xmlns:a16="http://schemas.microsoft.com/office/drawing/2014/main" id="{87395722-9303-174D-ADA2-E8CEB2DD285E}"/>
              </a:ext>
            </a:extLst>
          </p:cNvPr>
          <p:cNvSpPr>
            <a:spLocks noGrp="1"/>
          </p:cNvSpPr>
          <p:nvPr>
            <p:ph type="body" idx="1"/>
          </p:nvPr>
        </p:nvSpPr>
        <p:spPr>
          <a:xfrm>
            <a:off x="525516" y="1118193"/>
            <a:ext cx="5339256" cy="823912"/>
          </a:xfrm>
          <a:prstGeom prst="rect">
            <a:avLst/>
          </a:prstGeom>
        </p:spPr>
        <p:txBody>
          <a:bodyPr anchor="b">
            <a:normAutofit/>
          </a:bodyPr>
          <a:lstStyle>
            <a:lvl1pPr marL="0" indent="0">
              <a:buNone/>
              <a:defRPr sz="2800" b="1" i="0">
                <a:solidFill>
                  <a:schemeClr val="accent6">
                    <a:lumMod val="50000"/>
                  </a:schemeClr>
                </a:solidFill>
                <a:latin typeface="Proxima Nova Semibold" panose="02000506030000020004"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3">
            <a:extLst>
              <a:ext uri="{FF2B5EF4-FFF2-40B4-BE49-F238E27FC236}">
                <a16:creationId xmlns:a16="http://schemas.microsoft.com/office/drawing/2014/main" id="{AC5BA04E-B66F-8A48-943B-662CC114090B}"/>
              </a:ext>
            </a:extLst>
          </p:cNvPr>
          <p:cNvSpPr>
            <a:spLocks noGrp="1"/>
          </p:cNvSpPr>
          <p:nvPr>
            <p:ph sz="half" idx="2"/>
          </p:nvPr>
        </p:nvSpPr>
        <p:spPr>
          <a:xfrm>
            <a:off x="525516" y="2051473"/>
            <a:ext cx="5339256" cy="3684588"/>
          </a:xfrm>
          <a:prstGeom prst="rect">
            <a:avLst/>
          </a:prstGeom>
        </p:spPr>
        <p:txBody>
          <a:bodyPr/>
          <a:lstStyle>
            <a:lvl1pPr>
              <a:defRPr sz="2000" b="0" i="0">
                <a:latin typeface="Adelle Sans" panose="02000503000000020004" pitchFamily="2" charset="77"/>
              </a:defRPr>
            </a:lvl1pPr>
            <a:lvl2pPr>
              <a:defRPr sz="1800" b="0" i="0">
                <a:solidFill>
                  <a:srgbClr val="525656"/>
                </a:solidFill>
                <a:latin typeface="Adelle Sans" panose="02000503000000020004" pitchFamily="2" charset="77"/>
              </a:defRPr>
            </a:lvl2pPr>
            <a:lvl3pPr>
              <a:defRPr sz="1600" b="0" i="0">
                <a:solidFill>
                  <a:srgbClr val="525656"/>
                </a:solidFill>
                <a:latin typeface="Adelle Sans" panose="02000503000000020004" pitchFamily="2" charset="77"/>
              </a:defRPr>
            </a:lvl3pPr>
            <a:lvl4pPr>
              <a:defRPr b="0" i="0">
                <a:solidFill>
                  <a:srgbClr val="525656"/>
                </a:solidFill>
                <a:latin typeface="Adelle Sans" panose="02000503000000020004" pitchFamily="2" charset="77"/>
              </a:defRPr>
            </a:lvl4pPr>
            <a:lvl5pPr>
              <a:defRPr b="0" i="0">
                <a:solidFill>
                  <a:srgbClr val="525656"/>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a:extLst>
              <a:ext uri="{FF2B5EF4-FFF2-40B4-BE49-F238E27FC236}">
                <a16:creationId xmlns:a16="http://schemas.microsoft.com/office/drawing/2014/main" id="{5D8779A3-A4DE-484C-BE3C-DB7ADCD25B3F}"/>
              </a:ext>
            </a:extLst>
          </p:cNvPr>
          <p:cNvSpPr>
            <a:spLocks noGrp="1"/>
          </p:cNvSpPr>
          <p:nvPr>
            <p:ph type="title"/>
          </p:nvPr>
        </p:nvSpPr>
        <p:spPr>
          <a:xfrm>
            <a:off x="507124" y="-18288"/>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Tree>
    <p:extLst>
      <p:ext uri="{BB962C8B-B14F-4D97-AF65-F5344CB8AC3E}">
        <p14:creationId xmlns:p14="http://schemas.microsoft.com/office/powerpoint/2010/main" val="1582437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accent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85BD484-3EA0-2E4E-A60B-8C347D911C8D}"/>
              </a:ext>
            </a:extLst>
          </p:cNvPr>
          <p:cNvSpPr/>
          <p:nvPr/>
        </p:nvSpPr>
        <p:spPr>
          <a:xfrm>
            <a:off x="73152" y="73152"/>
            <a:ext cx="12037568" cy="6713728"/>
          </a:xfrm>
          <a:prstGeom prst="rect">
            <a:avLst/>
          </a:prstGeom>
          <a:solidFill>
            <a:srgbClr val="151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noFill/>
              </a:rPr>
              <a:t>     </a:t>
            </a:r>
          </a:p>
        </p:txBody>
      </p:sp>
      <p:sp>
        <p:nvSpPr>
          <p:cNvPr id="7" name="Content Placeholder 2">
            <a:extLst>
              <a:ext uri="{FF2B5EF4-FFF2-40B4-BE49-F238E27FC236}">
                <a16:creationId xmlns:a16="http://schemas.microsoft.com/office/drawing/2014/main" id="{9795B372-A8BB-B64B-AD18-74876C5FBE69}"/>
              </a:ext>
            </a:extLst>
          </p:cNvPr>
          <p:cNvSpPr>
            <a:spLocks noGrp="1"/>
          </p:cNvSpPr>
          <p:nvPr>
            <p:ph idx="1"/>
          </p:nvPr>
        </p:nvSpPr>
        <p:spPr>
          <a:xfrm>
            <a:off x="507124" y="1161288"/>
            <a:ext cx="10943431" cy="4410031"/>
          </a:xfrm>
          <a:prstGeom prst="rect">
            <a:avLst/>
          </a:prstGeom>
        </p:spPr>
        <p:txBody>
          <a:bodyPr/>
          <a:lstStyle>
            <a:lvl1pPr>
              <a:defRPr b="0" i="0">
                <a:solidFill>
                  <a:schemeClr val="bg1"/>
                </a:solidFill>
                <a:latin typeface="Adelle Sans" panose="02000503000000020004" pitchFamily="2" charset="77"/>
              </a:defRPr>
            </a:lvl1pPr>
            <a:lvl2pPr>
              <a:defRPr b="0" i="0">
                <a:solidFill>
                  <a:schemeClr val="bg1"/>
                </a:solidFill>
                <a:latin typeface="Adelle Sans" panose="02000503000000020004" pitchFamily="2" charset="77"/>
              </a:defRPr>
            </a:lvl2pPr>
            <a:lvl3pPr>
              <a:defRPr b="0" i="0">
                <a:solidFill>
                  <a:schemeClr val="bg1"/>
                </a:solidFill>
                <a:latin typeface="Adelle Sans" panose="02000503000000020004" pitchFamily="2" charset="77"/>
              </a:defRPr>
            </a:lvl3pPr>
            <a:lvl4pPr>
              <a:defRPr b="0" i="0">
                <a:solidFill>
                  <a:schemeClr val="bg1"/>
                </a:solidFill>
                <a:latin typeface="Adelle Sans" panose="02000503000000020004" pitchFamily="2" charset="77"/>
              </a:defRPr>
            </a:lvl4pPr>
            <a:lvl5pPr>
              <a:defRPr b="0" i="0">
                <a:solidFill>
                  <a:schemeClr val="bg1"/>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Picture 10">
            <a:extLst>
              <a:ext uri="{FF2B5EF4-FFF2-40B4-BE49-F238E27FC236}">
                <a16:creationId xmlns:a16="http://schemas.microsoft.com/office/drawing/2014/main" id="{28D42F22-D84C-BA44-A88C-5F7DF96918F8}"/>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8" name="Title 1">
            <a:extLst>
              <a:ext uri="{FF2B5EF4-FFF2-40B4-BE49-F238E27FC236}">
                <a16:creationId xmlns:a16="http://schemas.microsoft.com/office/drawing/2014/main" id="{F1B5676D-862E-0E47-9C05-7682B86B57E3}"/>
              </a:ext>
            </a:extLst>
          </p:cNvPr>
          <p:cNvSpPr>
            <a:spLocks noGrp="1"/>
          </p:cNvSpPr>
          <p:nvPr>
            <p:ph type="title"/>
          </p:nvPr>
        </p:nvSpPr>
        <p:spPr>
          <a:xfrm>
            <a:off x="507124" y="-18288"/>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Tree>
    <p:extLst>
      <p:ext uri="{BB962C8B-B14F-4D97-AF65-F5344CB8AC3E}">
        <p14:creationId xmlns:p14="http://schemas.microsoft.com/office/powerpoint/2010/main" val="4022474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F04465-AABC-3A4F-8FC9-8995FEDCDC6F}"/>
              </a:ext>
            </a:extLst>
          </p:cNvPr>
          <p:cNvSpPr/>
          <p:nvPr/>
        </p:nvSpPr>
        <p:spPr>
          <a:xfrm>
            <a:off x="76200" y="76202"/>
            <a:ext cx="8839200" cy="6674095"/>
          </a:xfrm>
          <a:prstGeom prst="rect">
            <a:avLst/>
          </a:prstGeom>
          <a:solidFill>
            <a:srgbClr val="15194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1EFD6FA-B95F-4B4E-B8E9-6AA2FC82158D}"/>
              </a:ext>
            </a:extLst>
          </p:cNvPr>
          <p:cNvPicPr>
            <a:picLocks noChangeAspect="1"/>
          </p:cNvPicPr>
          <p:nvPr/>
        </p:nvPicPr>
        <p:blipFill rotWithShape="1">
          <a:blip r:embed="rId2"/>
          <a:srcRect r="66281" b="-1742"/>
          <a:stretch/>
        </p:blipFill>
        <p:spPr>
          <a:xfrm>
            <a:off x="275249" y="5904491"/>
            <a:ext cx="686450" cy="732790"/>
          </a:xfrm>
          <a:prstGeom prst="rect">
            <a:avLst/>
          </a:prstGeom>
        </p:spPr>
      </p:pic>
      <p:pic>
        <p:nvPicPr>
          <p:cNvPr id="3" name="Picture 2">
            <a:extLst>
              <a:ext uri="{FF2B5EF4-FFF2-40B4-BE49-F238E27FC236}">
                <a16:creationId xmlns:a16="http://schemas.microsoft.com/office/drawing/2014/main" id="{FAE481BF-4009-2943-A1EB-415987851989}"/>
              </a:ext>
            </a:extLst>
          </p:cNvPr>
          <p:cNvPicPr>
            <a:picLocks noChangeAspect="1"/>
          </p:cNvPicPr>
          <p:nvPr userDrawn="1"/>
        </p:nvPicPr>
        <p:blipFill>
          <a:blip r:embed="rId3"/>
          <a:stretch>
            <a:fillRect/>
          </a:stretch>
        </p:blipFill>
        <p:spPr>
          <a:xfrm>
            <a:off x="8763000" y="0"/>
            <a:ext cx="3429000" cy="6858000"/>
          </a:xfrm>
          <a:prstGeom prst="rect">
            <a:avLst/>
          </a:prstGeom>
        </p:spPr>
      </p:pic>
      <p:sp>
        <p:nvSpPr>
          <p:cNvPr id="7" name="Content Placeholder 2">
            <a:extLst>
              <a:ext uri="{FF2B5EF4-FFF2-40B4-BE49-F238E27FC236}">
                <a16:creationId xmlns:a16="http://schemas.microsoft.com/office/drawing/2014/main" id="{8C2C405E-EB31-5040-A5D4-B62FD78591E1}"/>
              </a:ext>
            </a:extLst>
          </p:cNvPr>
          <p:cNvSpPr>
            <a:spLocks noGrp="1"/>
          </p:cNvSpPr>
          <p:nvPr>
            <p:ph idx="1"/>
          </p:nvPr>
        </p:nvSpPr>
        <p:spPr>
          <a:xfrm>
            <a:off x="507125" y="1161288"/>
            <a:ext cx="7668688" cy="4410031"/>
          </a:xfrm>
          <a:prstGeom prst="rect">
            <a:avLst/>
          </a:prstGeom>
        </p:spPr>
        <p:txBody>
          <a:bodyPr/>
          <a:lstStyle>
            <a:lvl1pPr>
              <a:defRPr b="0" i="0">
                <a:solidFill>
                  <a:schemeClr val="bg1"/>
                </a:solidFill>
                <a:latin typeface="Adelle Sans" panose="02000503000000020004" pitchFamily="2" charset="77"/>
              </a:defRPr>
            </a:lvl1pPr>
            <a:lvl2pPr>
              <a:defRPr b="0" i="0">
                <a:solidFill>
                  <a:schemeClr val="bg1"/>
                </a:solidFill>
                <a:latin typeface="Adelle Sans" panose="02000503000000020004" pitchFamily="2" charset="77"/>
              </a:defRPr>
            </a:lvl2pPr>
            <a:lvl3pPr>
              <a:defRPr b="0" i="0">
                <a:solidFill>
                  <a:schemeClr val="bg1"/>
                </a:solidFill>
                <a:latin typeface="Adelle Sans" panose="02000503000000020004" pitchFamily="2" charset="77"/>
              </a:defRPr>
            </a:lvl3pPr>
            <a:lvl4pPr>
              <a:defRPr b="0" i="0">
                <a:solidFill>
                  <a:schemeClr val="bg1"/>
                </a:solidFill>
                <a:latin typeface="Adelle Sans" panose="02000503000000020004" pitchFamily="2" charset="77"/>
              </a:defRPr>
            </a:lvl4pPr>
            <a:lvl5pPr>
              <a:defRPr b="0" i="0">
                <a:solidFill>
                  <a:schemeClr val="bg1"/>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a:extLst>
              <a:ext uri="{FF2B5EF4-FFF2-40B4-BE49-F238E27FC236}">
                <a16:creationId xmlns:a16="http://schemas.microsoft.com/office/drawing/2014/main" id="{F9E52FE2-18BD-AE42-8568-24AFE8F2EC8F}"/>
              </a:ext>
            </a:extLst>
          </p:cNvPr>
          <p:cNvSpPr>
            <a:spLocks noGrp="1"/>
          </p:cNvSpPr>
          <p:nvPr>
            <p:ph type="title"/>
          </p:nvPr>
        </p:nvSpPr>
        <p:spPr>
          <a:xfrm>
            <a:off x="507124" y="-18288"/>
            <a:ext cx="7668689"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Tree>
    <p:extLst>
      <p:ext uri="{BB962C8B-B14F-4D97-AF65-F5344CB8AC3E}">
        <p14:creationId xmlns:p14="http://schemas.microsoft.com/office/powerpoint/2010/main" val="41322210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HORT Bullets and Image">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6205AC-B058-5249-8CA7-CB5ED13997D4}"/>
              </a:ext>
            </a:extLst>
          </p:cNvPr>
          <p:cNvPicPr>
            <a:picLocks noChangeAspect="1"/>
          </p:cNvPicPr>
          <p:nvPr/>
        </p:nvPicPr>
        <p:blipFill rotWithShape="1">
          <a:blip r:embed="rId2"/>
          <a:srcRect r="66281" b="-1742"/>
          <a:stretch/>
        </p:blipFill>
        <p:spPr>
          <a:xfrm>
            <a:off x="275249" y="5904491"/>
            <a:ext cx="686450" cy="732790"/>
          </a:xfrm>
          <a:prstGeom prst="rect">
            <a:avLst/>
          </a:prstGeom>
        </p:spPr>
      </p:pic>
      <p:pic>
        <p:nvPicPr>
          <p:cNvPr id="6" name="Picture 5">
            <a:extLst>
              <a:ext uri="{FF2B5EF4-FFF2-40B4-BE49-F238E27FC236}">
                <a16:creationId xmlns:a16="http://schemas.microsoft.com/office/drawing/2014/main" id="{0FBEC28D-04BA-104A-BA4B-BC3FEFA7E2D7}"/>
              </a:ext>
            </a:extLst>
          </p:cNvPr>
          <p:cNvPicPr>
            <a:picLocks noChangeAspect="1"/>
          </p:cNvPicPr>
          <p:nvPr userDrawn="1"/>
        </p:nvPicPr>
        <p:blipFill>
          <a:blip r:embed="rId3"/>
          <a:stretch>
            <a:fillRect/>
          </a:stretch>
        </p:blipFill>
        <p:spPr>
          <a:xfrm>
            <a:off x="6374771" y="1124903"/>
            <a:ext cx="4576693" cy="4576693"/>
          </a:xfrm>
          <a:prstGeom prst="rect">
            <a:avLst/>
          </a:prstGeom>
        </p:spPr>
      </p:pic>
      <p:sp>
        <p:nvSpPr>
          <p:cNvPr id="7" name="Content Placeholder 3">
            <a:extLst>
              <a:ext uri="{FF2B5EF4-FFF2-40B4-BE49-F238E27FC236}">
                <a16:creationId xmlns:a16="http://schemas.microsoft.com/office/drawing/2014/main" id="{2C8D256E-5B00-D64D-A0EC-80D6BD5541DA}"/>
              </a:ext>
            </a:extLst>
          </p:cNvPr>
          <p:cNvSpPr>
            <a:spLocks noGrp="1"/>
          </p:cNvSpPr>
          <p:nvPr>
            <p:ph sz="half" idx="2"/>
          </p:nvPr>
        </p:nvSpPr>
        <p:spPr>
          <a:xfrm>
            <a:off x="525463" y="1161288"/>
            <a:ext cx="4826825" cy="3834805"/>
          </a:xfrm>
          <a:prstGeom prst="rect">
            <a:avLst/>
          </a:prstGeom>
        </p:spPr>
        <p:txBody>
          <a:bodyPr/>
          <a:lstStyle>
            <a:lvl1pPr>
              <a:defRPr sz="2000" b="0" i="0">
                <a:latin typeface="Adelle Sans" panose="02000503000000020004" pitchFamily="2" charset="77"/>
              </a:defRPr>
            </a:lvl1pPr>
            <a:lvl2pPr>
              <a:defRPr sz="1800" b="0" i="0">
                <a:solidFill>
                  <a:srgbClr val="525656"/>
                </a:solidFill>
                <a:latin typeface="Adelle Sans" panose="02000503000000020004" pitchFamily="2" charset="77"/>
              </a:defRPr>
            </a:lvl2pPr>
            <a:lvl3pPr>
              <a:defRPr sz="1600" b="0" i="0">
                <a:solidFill>
                  <a:srgbClr val="525656"/>
                </a:solidFill>
                <a:latin typeface="Adelle Sans" panose="02000503000000020004" pitchFamily="2" charset="77"/>
              </a:defRPr>
            </a:lvl3pPr>
            <a:lvl4pPr>
              <a:defRPr b="0" i="0">
                <a:solidFill>
                  <a:srgbClr val="525656"/>
                </a:solidFill>
                <a:latin typeface="Adelle Sans" panose="02000503000000020004" pitchFamily="2" charset="77"/>
              </a:defRPr>
            </a:lvl4pPr>
            <a:lvl5pPr>
              <a:defRPr b="0" i="0">
                <a:solidFill>
                  <a:srgbClr val="525656"/>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CB7573F1-14B9-C145-93E8-D66D31701A10}"/>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940DA479-972A-AC44-8FF3-6E03BA01F7CA}"/>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
        <p:nvSpPr>
          <p:cNvPr id="16" name="Rectangle 15">
            <a:extLst>
              <a:ext uri="{FF2B5EF4-FFF2-40B4-BE49-F238E27FC236}">
                <a16:creationId xmlns:a16="http://schemas.microsoft.com/office/drawing/2014/main" id="{95658B93-7979-CF45-802B-A99C6576E858}"/>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43803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Line Title">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6205AC-B058-5249-8CA7-CB5ED13997D4}"/>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6" name="Rectangle 5">
            <a:extLst>
              <a:ext uri="{FF2B5EF4-FFF2-40B4-BE49-F238E27FC236}">
                <a16:creationId xmlns:a16="http://schemas.microsoft.com/office/drawing/2014/main" id="{516A5AF1-5967-884E-BB29-5EAC91B62B4B}"/>
              </a:ext>
            </a:extLst>
          </p:cNvPr>
          <p:cNvSpPr/>
          <p:nvPr userDrawn="1"/>
        </p:nvSpPr>
        <p:spPr>
          <a:xfrm>
            <a:off x="76200" y="76201"/>
            <a:ext cx="12039600" cy="12283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EE2573F-BD73-B044-8C4C-CB67550B3DF3}"/>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F82F6E4A-1F7B-5B40-9689-E5E7AB056842}"/>
              </a:ext>
            </a:extLst>
          </p:cNvPr>
          <p:cNvSpPr>
            <a:spLocks noGrp="1"/>
          </p:cNvSpPr>
          <p:nvPr>
            <p:ph sz="half" idx="1"/>
          </p:nvPr>
        </p:nvSpPr>
        <p:spPr>
          <a:xfrm>
            <a:off x="525515" y="1463040"/>
            <a:ext cx="11022320" cy="4247315"/>
          </a:xfrm>
          <a:prstGeom prst="rect">
            <a:avLst/>
          </a:prstGeom>
        </p:spPr>
        <p:txBody>
          <a:bodyPr/>
          <a:lstStyle>
            <a:lvl1pPr>
              <a:defRPr b="0" i="0">
                <a:latin typeface="Adelle Sans" panose="02000503000000020004" pitchFamily="2" charset="77"/>
              </a:defRPr>
            </a:lvl1pPr>
            <a:lvl2pPr>
              <a:defRPr b="0" i="0">
                <a:latin typeface="Adelle Sans" panose="02000503000000020004" pitchFamily="2" charset="77"/>
              </a:defRPr>
            </a:lvl2pPr>
            <a:lvl3pPr>
              <a:defRPr b="0" i="0">
                <a:latin typeface="Adelle Sans" panose="02000503000000020004" pitchFamily="2" charset="77"/>
              </a:defRPr>
            </a:lvl3pPr>
            <a:lvl4pPr>
              <a:defRPr b="0" i="0">
                <a:latin typeface="Adelle Sans" panose="02000503000000020004" pitchFamily="2" charset="77"/>
              </a:defRPr>
            </a:lvl4pPr>
            <a:lvl5pPr>
              <a:defRPr b="0" i="0">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426AB305-7FA0-2C41-ADCF-834278ABE42F}"/>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Tree>
    <p:extLst>
      <p:ext uri="{BB962C8B-B14F-4D97-AF65-F5344CB8AC3E}">
        <p14:creationId xmlns:p14="http://schemas.microsoft.com/office/powerpoint/2010/main" val="4278848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with Title">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6205AC-B058-5249-8CA7-CB5ED13997D4}"/>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6" name="Rectangle 5">
            <a:extLst>
              <a:ext uri="{FF2B5EF4-FFF2-40B4-BE49-F238E27FC236}">
                <a16:creationId xmlns:a16="http://schemas.microsoft.com/office/drawing/2014/main" id="{516A5AF1-5967-884E-BB29-5EAC91B62B4B}"/>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CA705E69-3D25-EF43-9B57-0C3AC1F5FCD1}"/>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
        <p:nvSpPr>
          <p:cNvPr id="8" name="Rectangle 7">
            <a:extLst>
              <a:ext uri="{FF2B5EF4-FFF2-40B4-BE49-F238E27FC236}">
                <a16:creationId xmlns:a16="http://schemas.microsoft.com/office/drawing/2014/main" id="{FEE2573F-BD73-B044-8C4C-CB67550B3DF3}"/>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5061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Alternate">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6205AC-B058-5249-8CA7-CB5ED13997D4}"/>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6" name="Rectangle 5">
            <a:extLst>
              <a:ext uri="{FF2B5EF4-FFF2-40B4-BE49-F238E27FC236}">
                <a16:creationId xmlns:a16="http://schemas.microsoft.com/office/drawing/2014/main" id="{5F96A518-3E71-3F41-B51D-F3F8D63F1B01}"/>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81294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No Bar Title with Content">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6205AC-B058-5249-8CA7-CB5ED13997D4}"/>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4" name="Title Placeholder 1">
            <a:extLst>
              <a:ext uri="{FF2B5EF4-FFF2-40B4-BE49-F238E27FC236}">
                <a16:creationId xmlns:a16="http://schemas.microsoft.com/office/drawing/2014/main" id="{CABD4948-F528-774E-A210-25D1BE40C1F5}"/>
              </a:ext>
            </a:extLst>
          </p:cNvPr>
          <p:cNvSpPr>
            <a:spLocks noGrp="1"/>
          </p:cNvSpPr>
          <p:nvPr>
            <p:ph type="title"/>
          </p:nvPr>
        </p:nvSpPr>
        <p:spPr>
          <a:xfrm>
            <a:off x="618474" y="261082"/>
            <a:ext cx="10515600" cy="798350"/>
          </a:xfrm>
          <a:prstGeom prst="rect">
            <a:avLst/>
          </a:prstGeom>
        </p:spPr>
        <p:txBody>
          <a:bodyPr vert="horz" lIns="91440" tIns="45720" rIns="91440" bIns="45720" rtlCol="0" anchor="ctr">
            <a:normAutofit/>
          </a:bodyPr>
          <a:lstStyle/>
          <a:p>
            <a:r>
              <a:rPr lang="en-US"/>
              <a:t>Click to edit Master title style</a:t>
            </a:r>
          </a:p>
        </p:txBody>
      </p:sp>
      <p:sp>
        <p:nvSpPr>
          <p:cNvPr id="5" name="Text Placeholder 2">
            <a:extLst>
              <a:ext uri="{FF2B5EF4-FFF2-40B4-BE49-F238E27FC236}">
                <a16:creationId xmlns:a16="http://schemas.microsoft.com/office/drawing/2014/main" id="{DB2080D5-BCF5-0642-B066-3A2589E22EDC}"/>
              </a:ext>
            </a:extLst>
          </p:cNvPr>
          <p:cNvSpPr>
            <a:spLocks noGrp="1"/>
          </p:cNvSpPr>
          <p:nvPr>
            <p:ph idx="1"/>
          </p:nvPr>
        </p:nvSpPr>
        <p:spPr>
          <a:xfrm>
            <a:off x="618474" y="1359698"/>
            <a:ext cx="10515600" cy="41495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0DD70B3E-6C46-734E-BC63-4349922825C1}"/>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5059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6D46A-D5FE-DB4E-9784-A54A02D89FD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7379968-F075-E745-9452-7E0CAAC6C2C1}"/>
              </a:ext>
            </a:extLst>
          </p:cNvPr>
          <p:cNvSpPr>
            <a:spLocks noGrp="1"/>
          </p:cNvSpPr>
          <p:nvPr>
            <p:ph type="body" orient="vert" idx="1"/>
          </p:nvPr>
        </p:nvSpPr>
        <p:spPr>
          <a:xfrm>
            <a:off x="838200" y="1825625"/>
            <a:ext cx="10515600" cy="4149506"/>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352380-0A23-D140-9B2B-5F141AB5F0B7}"/>
              </a:ext>
            </a:extLst>
          </p:cNvPr>
          <p:cNvSpPr>
            <a:spLocks noGrp="1"/>
          </p:cNvSpPr>
          <p:nvPr>
            <p:ph type="dt" sz="half" idx="10"/>
          </p:nvPr>
        </p:nvSpPr>
        <p:spPr>
          <a:xfrm>
            <a:off x="838200" y="6356350"/>
            <a:ext cx="2743200" cy="365125"/>
          </a:xfrm>
          <a:prstGeom prst="rect">
            <a:avLst/>
          </a:prstGeom>
        </p:spPr>
        <p:txBody>
          <a:bodyPr/>
          <a:lstStyle/>
          <a:p>
            <a:fld id="{F0827792-99C6-C343-827E-BE9EDF804372}" type="datetimeFigureOut">
              <a:rPr lang="en-US" smtClean="0"/>
              <a:t>9/10/2020</a:t>
            </a:fld>
            <a:endParaRPr lang="en-US"/>
          </a:p>
        </p:txBody>
      </p:sp>
      <p:sp>
        <p:nvSpPr>
          <p:cNvPr id="5" name="Footer Placeholder 4">
            <a:extLst>
              <a:ext uri="{FF2B5EF4-FFF2-40B4-BE49-F238E27FC236}">
                <a16:creationId xmlns:a16="http://schemas.microsoft.com/office/drawing/2014/main" id="{126425EA-EF92-714F-B7AD-0B245EA428F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927246F-5803-9542-865F-75DB94630BBD}"/>
              </a:ext>
            </a:extLst>
          </p:cNvPr>
          <p:cNvSpPr>
            <a:spLocks noGrp="1"/>
          </p:cNvSpPr>
          <p:nvPr>
            <p:ph type="sldNum" sz="quarter" idx="12"/>
          </p:nvPr>
        </p:nvSpPr>
        <p:spPr>
          <a:xfrm>
            <a:off x="8610600" y="6356350"/>
            <a:ext cx="2743200" cy="365125"/>
          </a:xfrm>
          <a:prstGeom prst="rect">
            <a:avLst/>
          </a:prstGeom>
        </p:spPr>
        <p:txBody>
          <a:bodyPr/>
          <a:lstStyle/>
          <a:p>
            <a:fld id="{E3E3505C-93DC-5644-BB7E-5D517224F4A6}" type="slidenum">
              <a:rPr lang="en-US" smtClean="0"/>
              <a:t>‹#›</a:t>
            </a:fld>
            <a:endParaRPr lang="en-US"/>
          </a:p>
        </p:txBody>
      </p:sp>
    </p:spTree>
    <p:extLst>
      <p:ext uri="{BB962C8B-B14F-4D97-AF65-F5344CB8AC3E}">
        <p14:creationId xmlns:p14="http://schemas.microsoft.com/office/powerpoint/2010/main" val="21014910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A31B4E-687D-2C4C-B95D-A513660DA41A}"/>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3EFC86-AA65-C840-9828-EBFF405DC63A}"/>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85563C-0652-F94A-A10D-3A82E9DDB972}"/>
              </a:ext>
            </a:extLst>
          </p:cNvPr>
          <p:cNvSpPr>
            <a:spLocks noGrp="1"/>
          </p:cNvSpPr>
          <p:nvPr>
            <p:ph type="dt" sz="half" idx="10"/>
          </p:nvPr>
        </p:nvSpPr>
        <p:spPr>
          <a:xfrm>
            <a:off x="838200" y="6356350"/>
            <a:ext cx="2743200" cy="365125"/>
          </a:xfrm>
          <a:prstGeom prst="rect">
            <a:avLst/>
          </a:prstGeom>
        </p:spPr>
        <p:txBody>
          <a:bodyPr/>
          <a:lstStyle/>
          <a:p>
            <a:fld id="{F0827792-99C6-C343-827E-BE9EDF804372}" type="datetimeFigureOut">
              <a:rPr lang="en-US" smtClean="0"/>
              <a:t>9/10/2020</a:t>
            </a:fld>
            <a:endParaRPr lang="en-US"/>
          </a:p>
        </p:txBody>
      </p:sp>
      <p:sp>
        <p:nvSpPr>
          <p:cNvPr id="5" name="Footer Placeholder 4">
            <a:extLst>
              <a:ext uri="{FF2B5EF4-FFF2-40B4-BE49-F238E27FC236}">
                <a16:creationId xmlns:a16="http://schemas.microsoft.com/office/drawing/2014/main" id="{F440E9DA-0CA4-8A46-9B6A-E0873DE6524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B2926DA-2D9C-9848-8B94-21D740CEC617}"/>
              </a:ext>
            </a:extLst>
          </p:cNvPr>
          <p:cNvSpPr>
            <a:spLocks noGrp="1"/>
          </p:cNvSpPr>
          <p:nvPr>
            <p:ph type="sldNum" sz="quarter" idx="12"/>
          </p:nvPr>
        </p:nvSpPr>
        <p:spPr>
          <a:xfrm>
            <a:off x="8610600" y="6356350"/>
            <a:ext cx="2743200" cy="365125"/>
          </a:xfrm>
          <a:prstGeom prst="rect">
            <a:avLst/>
          </a:prstGeom>
        </p:spPr>
        <p:txBody>
          <a:bodyPr/>
          <a:lstStyle/>
          <a:p>
            <a:fld id="{E3E3505C-93DC-5644-BB7E-5D517224F4A6}" type="slidenum">
              <a:rPr lang="en-US" smtClean="0"/>
              <a:t>‹#›</a:t>
            </a:fld>
            <a:endParaRPr lang="en-US"/>
          </a:p>
        </p:txBody>
      </p:sp>
    </p:spTree>
    <p:extLst>
      <p:ext uri="{BB962C8B-B14F-4D97-AF65-F5344CB8AC3E}">
        <p14:creationId xmlns:p14="http://schemas.microsoft.com/office/powerpoint/2010/main" val="14990889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CC5976-D2A9-0E40-B643-553E9C12721E}" type="datetimeFigureOut">
              <a:rPr lang="en-US" smtClean="0"/>
              <a:t>9/10/2020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D34D80-FED8-0347-99C2-A970D5E76F80}" type="slidenum">
              <a:rPr lang="en-US" smtClean="0"/>
              <a:t>‹#›</a:t>
            </a:fld>
            <a:endParaRPr lang="en-US"/>
          </a:p>
        </p:txBody>
      </p:sp>
      <p:sp>
        <p:nvSpPr>
          <p:cNvPr id="5" name="Title Placeholder 1"/>
          <p:cNvSpPr>
            <a:spLocks noGrp="1"/>
          </p:cNvSpPr>
          <p:nvPr>
            <p:ph type="title"/>
          </p:nvPr>
        </p:nvSpPr>
        <p:spPr>
          <a:xfrm>
            <a:off x="185057" y="45816"/>
            <a:ext cx="10515600" cy="1325563"/>
          </a:xfrm>
          <a:prstGeom prst="rect">
            <a:avLst/>
          </a:prstGeom>
        </p:spPr>
        <p:txBody>
          <a:bodyPr vert="horz" lIns="91440" tIns="45720" rIns="91440" bIns="45720" rtlCol="0" anchor="ctr">
            <a:normAutofit/>
          </a:bodyPr>
          <a:lstStyle>
            <a:lvl1pPr>
              <a:defRPr b="1" i="0">
                <a:solidFill>
                  <a:schemeClr val="accent1"/>
                </a:solidFill>
                <a:latin typeface="Proxima Nova Semibold" panose="02000506030000020004" pitchFamily="50" charset="0"/>
                <a:ea typeface="Proxima Nova Semibold" panose="02000506030000020004" pitchFamily="50" charset="0"/>
                <a:cs typeface="Proxima Nova Semibold" panose="02000506030000020004" pitchFamily="50" charset="0"/>
              </a:defRPr>
            </a:lvl1pPr>
          </a:lstStyle>
          <a:p>
            <a:r>
              <a:rPr lang="en-US"/>
              <a:t>Click to edit Master title style</a:t>
            </a:r>
          </a:p>
        </p:txBody>
      </p:sp>
      <p:cxnSp>
        <p:nvCxnSpPr>
          <p:cNvPr id="7" name="Straight Connector 6"/>
          <p:cNvCxnSpPr/>
          <p:nvPr userDrawn="1"/>
        </p:nvCxnSpPr>
        <p:spPr>
          <a:xfrm flipH="1">
            <a:off x="1" y="1253823"/>
            <a:ext cx="5900056" cy="0"/>
          </a:xfrm>
          <a:prstGeom prst="line">
            <a:avLst/>
          </a:prstGeom>
          <a:ln w="190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F43B3D3-40A8-3046-B6AB-B81608DE9A5C}"/>
              </a:ext>
            </a:extLst>
          </p:cNvPr>
          <p:cNvCxnSpPr/>
          <p:nvPr userDrawn="1"/>
        </p:nvCxnSpPr>
        <p:spPr>
          <a:xfrm>
            <a:off x="3466640" y="6632154"/>
            <a:ext cx="8725360" cy="0"/>
          </a:xfrm>
          <a:prstGeom prst="line">
            <a:avLst/>
          </a:prstGeom>
          <a:ln w="25400">
            <a:solidFill>
              <a:srgbClr val="FF6720"/>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D94AF16-4C7A-0B4E-9E9B-4552F153A22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19535" y="5350042"/>
            <a:ext cx="1515544" cy="1507958"/>
          </a:xfrm>
          <a:prstGeom prst="rect">
            <a:avLst/>
          </a:prstGeom>
        </p:spPr>
      </p:pic>
      <p:pic>
        <p:nvPicPr>
          <p:cNvPr id="10" name="Picture 9">
            <a:extLst>
              <a:ext uri="{FF2B5EF4-FFF2-40B4-BE49-F238E27FC236}">
                <a16:creationId xmlns:a16="http://schemas.microsoft.com/office/drawing/2014/main" id="{52F31C6A-B9BE-7B40-BC2A-95807FB6F92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08040" y="6211178"/>
            <a:ext cx="2013203" cy="619619"/>
          </a:xfrm>
          <a:prstGeom prst="rect">
            <a:avLst/>
          </a:prstGeom>
        </p:spPr>
      </p:pic>
    </p:spTree>
    <p:extLst>
      <p:ext uri="{BB962C8B-B14F-4D97-AF65-F5344CB8AC3E}">
        <p14:creationId xmlns:p14="http://schemas.microsoft.com/office/powerpoint/2010/main" val="14100874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CC5976-D2A9-0E40-B643-553E9C12721E}" type="datetimeFigureOut">
              <a:rPr lang="en-US" smtClean="0"/>
              <a:t>9/10/2020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D34D80-FED8-0347-99C2-A970D5E76F80}" type="slidenum">
              <a:rPr lang="en-US" smtClean="0"/>
              <a:t>‹#›</a:t>
            </a:fld>
            <a:endParaRPr lang="en-US"/>
          </a:p>
        </p:txBody>
      </p:sp>
    </p:spTree>
    <p:extLst>
      <p:ext uri="{BB962C8B-B14F-4D97-AF65-F5344CB8AC3E}">
        <p14:creationId xmlns:p14="http://schemas.microsoft.com/office/powerpoint/2010/main" val="3984712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FF93D5-62F0-5145-AB64-7AC90B60F8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1F652F-5C50-294A-A9ED-638E2DAF4A43}"/>
              </a:ext>
            </a:extLst>
          </p:cNvPr>
          <p:cNvSpPr>
            <a:spLocks noGrp="1"/>
          </p:cNvSpPr>
          <p:nvPr>
            <p:ph type="body" idx="1"/>
          </p:nvPr>
        </p:nvSpPr>
        <p:spPr>
          <a:xfrm>
            <a:off x="838200" y="1825625"/>
            <a:ext cx="10515600" cy="41495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363796E1-F957-0F48-8AD0-8F8E3D0E5940}"/>
              </a:ext>
            </a:extLst>
          </p:cNvPr>
          <p:cNvPicPr>
            <a:picLocks noChangeAspect="1"/>
          </p:cNvPicPr>
          <p:nvPr userDrawn="1"/>
        </p:nvPicPr>
        <p:blipFill rotWithShape="1">
          <a:blip r:embed="rId22"/>
          <a:srcRect r="66281" b="-1742"/>
          <a:stretch/>
        </p:blipFill>
        <p:spPr>
          <a:xfrm>
            <a:off x="275249" y="5904491"/>
            <a:ext cx="686450" cy="732790"/>
          </a:xfrm>
          <a:prstGeom prst="rect">
            <a:avLst/>
          </a:prstGeom>
        </p:spPr>
      </p:pic>
    </p:spTree>
    <p:extLst>
      <p:ext uri="{BB962C8B-B14F-4D97-AF65-F5344CB8AC3E}">
        <p14:creationId xmlns:p14="http://schemas.microsoft.com/office/powerpoint/2010/main" val="10885678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txStyles>
    <p:titleStyle>
      <a:lvl1pPr algn="l" defTabSz="914400" rtl="0" eaLnBrk="1" latinLnBrk="0" hangingPunct="1">
        <a:lnSpc>
          <a:spcPct val="90000"/>
        </a:lnSpc>
        <a:spcBef>
          <a:spcPct val="0"/>
        </a:spcBef>
        <a:buNone/>
        <a:defRPr sz="3200" b="1" i="0" kern="1200">
          <a:solidFill>
            <a:schemeClr val="tx1"/>
          </a:solidFill>
          <a:latin typeface="Proxima Nova" panose="02000506030000020004" pitchFamily="2" charset="0"/>
          <a:ea typeface="+mj-ea"/>
          <a:cs typeface="+mj-cs"/>
        </a:defRPr>
      </a:lvl1pPr>
    </p:titleStyle>
    <p:bodyStyle>
      <a:lvl1pPr marL="344488" indent="-344488" algn="l" defTabSz="914400" rtl="0" eaLnBrk="1" latinLnBrk="0" hangingPunct="1">
        <a:lnSpc>
          <a:spcPct val="90000"/>
        </a:lnSpc>
        <a:spcBef>
          <a:spcPts val="1000"/>
        </a:spcBef>
        <a:buFont typeface="Courier New" panose="02070309020205020404" pitchFamily="49" charset="0"/>
        <a:buChar char="o"/>
        <a:tabLst/>
        <a:defRPr sz="2000" b="0" i="0" kern="1200">
          <a:solidFill>
            <a:srgbClr val="525656"/>
          </a:solidFill>
          <a:latin typeface="Adelle Sans" panose="02000503000000020004" pitchFamily="2" charset="77"/>
          <a:ea typeface="+mn-ea"/>
          <a:cs typeface="+mn-cs"/>
        </a:defRPr>
      </a:lvl1pPr>
      <a:lvl2pPr marL="750888" indent="-293688" algn="l" defTabSz="914400" rtl="0" eaLnBrk="1" latinLnBrk="0" hangingPunct="1">
        <a:lnSpc>
          <a:spcPct val="90000"/>
        </a:lnSpc>
        <a:spcBef>
          <a:spcPts val="500"/>
        </a:spcBef>
        <a:buFont typeface="Courier New" panose="02070309020205020404" pitchFamily="49" charset="0"/>
        <a:buChar char="o"/>
        <a:tabLst/>
        <a:defRPr sz="1800" b="0" i="0" kern="1200">
          <a:solidFill>
            <a:srgbClr val="525656"/>
          </a:solidFill>
          <a:latin typeface="Adelle Sans" panose="02000503000000020004" pitchFamily="2" charset="77"/>
          <a:ea typeface="+mn-ea"/>
          <a:cs typeface="+mn-cs"/>
        </a:defRPr>
      </a:lvl2pPr>
      <a:lvl3pPr marL="1208088" indent="-293688" algn="l" defTabSz="914400" rtl="0" eaLnBrk="1" latinLnBrk="0" hangingPunct="1">
        <a:lnSpc>
          <a:spcPct val="90000"/>
        </a:lnSpc>
        <a:spcBef>
          <a:spcPts val="500"/>
        </a:spcBef>
        <a:buFont typeface="Courier New" panose="02070309020205020404" pitchFamily="49" charset="0"/>
        <a:buChar char="o"/>
        <a:tabLst/>
        <a:defRPr sz="1600" b="0" i="0" kern="1200">
          <a:solidFill>
            <a:srgbClr val="525656"/>
          </a:solidFill>
          <a:latin typeface="Adelle Sans" panose="02000503000000020004" pitchFamily="2" charset="77"/>
          <a:ea typeface="+mn-ea"/>
          <a:cs typeface="+mn-cs"/>
        </a:defRPr>
      </a:lvl3pPr>
      <a:lvl4pPr marL="1604963" indent="-233363" algn="l" defTabSz="914400" rtl="0" eaLnBrk="1" latinLnBrk="0" hangingPunct="1">
        <a:lnSpc>
          <a:spcPct val="90000"/>
        </a:lnSpc>
        <a:spcBef>
          <a:spcPts val="500"/>
        </a:spcBef>
        <a:buFont typeface="Courier New" panose="02070309020205020404" pitchFamily="49" charset="0"/>
        <a:buChar char="o"/>
        <a:tabLst/>
        <a:defRPr sz="1400" b="0" i="0" kern="1200">
          <a:solidFill>
            <a:srgbClr val="525656"/>
          </a:solidFill>
          <a:latin typeface="Adelle Sans" panose="02000503000000020004" pitchFamily="2" charset="77"/>
          <a:ea typeface="+mn-ea"/>
          <a:cs typeface="+mn-cs"/>
        </a:defRPr>
      </a:lvl4pPr>
      <a:lvl5pPr marL="2062163" indent="-233363" algn="l" defTabSz="914400" rtl="0" eaLnBrk="1" latinLnBrk="0" hangingPunct="1">
        <a:lnSpc>
          <a:spcPct val="90000"/>
        </a:lnSpc>
        <a:spcBef>
          <a:spcPts val="500"/>
        </a:spcBef>
        <a:buFont typeface="Courier New" panose="02070309020205020404" pitchFamily="49" charset="0"/>
        <a:buChar char="o"/>
        <a:tabLst/>
        <a:defRPr sz="1200" b="0" i="0" kern="1200">
          <a:solidFill>
            <a:srgbClr val="525656"/>
          </a:solidFill>
          <a:latin typeface="Adelle Sans" panose="02000503000000020004"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24">
          <p15:clr>
            <a:srgbClr val="F26B43"/>
          </p15:clr>
        </p15:guide>
        <p15:guide id="2" orient="horz" pos="28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What is the Process Flow for Eradication?</a:t>
            </a:r>
          </a:p>
        </p:txBody>
      </p:sp>
      <p:sp>
        <p:nvSpPr>
          <p:cNvPr id="4" name="Content Placeholder 3">
            <a:extLst>
              <a:ext uri="{FF2B5EF4-FFF2-40B4-BE49-F238E27FC236}">
                <a16:creationId xmlns:a16="http://schemas.microsoft.com/office/drawing/2014/main" id="{4EAC11EB-CE14-4C70-AA84-F30D040E2608}"/>
              </a:ext>
            </a:extLst>
          </p:cNvPr>
          <p:cNvSpPr>
            <a:spLocks noGrp="1"/>
          </p:cNvSpPr>
          <p:nvPr>
            <p:ph idx="1"/>
          </p:nvPr>
        </p:nvSpPr>
        <p:spPr/>
        <p:txBody>
          <a:bodyPr>
            <a:normAutofit fontScale="85000" lnSpcReduction="10000"/>
          </a:bodyPr>
          <a:lstStyle/>
          <a:p>
            <a:pPr marL="0" indent="0">
              <a:buNone/>
            </a:pPr>
            <a:r>
              <a:rPr lang="en-US" sz="3100" dirty="0"/>
              <a:t>1. Perform a vulnerability analysis to determine if the network is still vulnerable to attacks. </a:t>
            </a:r>
          </a:p>
          <a:p>
            <a:pPr marL="0" indent="0">
              <a:buNone/>
            </a:pPr>
            <a:endParaRPr lang="en-US" sz="3100" dirty="0"/>
          </a:p>
          <a:p>
            <a:pPr marL="0" indent="0">
              <a:buNone/>
            </a:pPr>
            <a:r>
              <a:rPr lang="en-US" sz="3100" dirty="0"/>
              <a:t>2. If the root cause of the incident is still present/active, try to eliminate it, if elimination is not possible, escalate the incident to the appropriate department(s)/specialist(s) for further action. </a:t>
            </a:r>
          </a:p>
          <a:p>
            <a:pPr marL="0" indent="0">
              <a:buNone/>
            </a:pPr>
            <a:endParaRPr lang="en-US" sz="3100" dirty="0"/>
          </a:p>
          <a:p>
            <a:pPr marL="0" indent="0">
              <a:buNone/>
            </a:pPr>
            <a:r>
              <a:rPr lang="en-US" sz="3100" dirty="0"/>
              <a:t>3. If the root cause of the incident is no longer present/active, verify if the issue exists in other systems. </a:t>
            </a:r>
          </a:p>
          <a:p>
            <a:pPr marL="0" indent="0">
              <a:buNone/>
            </a:pPr>
            <a:endParaRPr lang="en-US" sz="3100" dirty="0"/>
          </a:p>
          <a:p>
            <a:pPr marL="0" indent="0">
              <a:buNone/>
            </a:pPr>
            <a:r>
              <a:rPr lang="en-US" sz="3100" dirty="0"/>
              <a:t>4. After identifying and eliminating any/all threats, updating/correcting the security posture of the affected infrastructure has to be performed.</a:t>
            </a:r>
          </a:p>
        </p:txBody>
      </p:sp>
    </p:spTree>
    <p:extLst>
      <p:ext uri="{BB962C8B-B14F-4D97-AF65-F5344CB8AC3E}">
        <p14:creationId xmlns:p14="http://schemas.microsoft.com/office/powerpoint/2010/main" val="4214747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anim calcmode="lin" valueType="num">
                                      <p:cBhvr additive="base">
                                        <p:cTn id="2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What is the Process Flow for Eradication?</a:t>
            </a:r>
          </a:p>
        </p:txBody>
      </p:sp>
      <p:sp>
        <p:nvSpPr>
          <p:cNvPr id="4" name="Content Placeholder 3">
            <a:extLst>
              <a:ext uri="{FF2B5EF4-FFF2-40B4-BE49-F238E27FC236}">
                <a16:creationId xmlns:a16="http://schemas.microsoft.com/office/drawing/2014/main" id="{4EAC11EB-CE14-4C70-AA84-F30D040E2608}"/>
              </a:ext>
            </a:extLst>
          </p:cNvPr>
          <p:cNvSpPr>
            <a:spLocks noGrp="1"/>
          </p:cNvSpPr>
          <p:nvPr>
            <p:ph idx="1"/>
          </p:nvPr>
        </p:nvSpPr>
        <p:spPr/>
        <p:txBody>
          <a:bodyPr>
            <a:normAutofit fontScale="92500" lnSpcReduction="20000"/>
          </a:bodyPr>
          <a:lstStyle/>
          <a:p>
            <a:pPr marL="0" indent="0">
              <a:buNone/>
            </a:pPr>
            <a:r>
              <a:rPr lang="en-US" sz="3100" dirty="0"/>
              <a:t>5. Implement protection tools and techniques, such as firewalls, routers, and router filtering, to allow network security devices and applications to block the identified attack paths, as well as patching all identified vulnerabilities to prevent further exploitation. </a:t>
            </a:r>
          </a:p>
          <a:p>
            <a:pPr marL="0" indent="0">
              <a:buNone/>
            </a:pPr>
            <a:endParaRPr lang="en-US" sz="3100" dirty="0"/>
          </a:p>
          <a:p>
            <a:pPr marL="0" indent="0">
              <a:buNone/>
            </a:pPr>
            <a:r>
              <a:rPr lang="en-US" sz="3100" dirty="0"/>
              <a:t>6. If necessary, change externally visible network component addresses to remove an established attack path.</a:t>
            </a:r>
          </a:p>
          <a:p>
            <a:pPr marL="0" indent="0">
              <a:buNone/>
            </a:pPr>
            <a:endParaRPr lang="en-US" sz="3100" dirty="0"/>
          </a:p>
          <a:p>
            <a:pPr marL="0" indent="0">
              <a:buNone/>
            </a:pPr>
            <a:r>
              <a:rPr lang="en-US" sz="3100" dirty="0"/>
              <a:t>7. Perform an internal audit of all resources before initiating the recovery process (Step 8) in order to ensure recovery will be successful.</a:t>
            </a:r>
          </a:p>
        </p:txBody>
      </p:sp>
    </p:spTree>
    <p:extLst>
      <p:ext uri="{BB962C8B-B14F-4D97-AF65-F5344CB8AC3E}">
        <p14:creationId xmlns:p14="http://schemas.microsoft.com/office/powerpoint/2010/main" val="3223322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2019 Presentation Dark Theme">
  <a:themeElements>
    <a:clrScheme name="6cc241">
      <a:dk1>
        <a:srgbClr val="151945"/>
      </a:dk1>
      <a:lt1>
        <a:srgbClr val="FFFFFF"/>
      </a:lt1>
      <a:dk2>
        <a:srgbClr val="151746"/>
      </a:dk2>
      <a:lt2>
        <a:srgbClr val="FFFFFF"/>
      </a:lt2>
      <a:accent1>
        <a:srgbClr val="F9F9FA"/>
      </a:accent1>
      <a:accent2>
        <a:srgbClr val="FF671F"/>
      </a:accent2>
      <a:accent3>
        <a:srgbClr val="00A3E0"/>
      </a:accent3>
      <a:accent4>
        <a:srgbClr val="10069F"/>
      </a:accent4>
      <a:accent5>
        <a:srgbClr val="6CC249"/>
      </a:accent5>
      <a:accent6>
        <a:srgbClr val="9C9BA7"/>
      </a:accent6>
      <a:hlink>
        <a:srgbClr val="FF671F"/>
      </a:hlink>
      <a:folHlink>
        <a:srgbClr val="FF671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OW_ONLY" id="{65C80431-16F2-514A-97BA-71A18EFAAF0C}" vid="{8E954B59-A4E7-B141-A2A5-05D60EBF4B6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1F4BBF0267C540AB0714A5A9B8B2A0" ma:contentTypeVersion="13" ma:contentTypeDescription="Create a new document." ma:contentTypeScope="" ma:versionID="6b71af909276ca060a08b3157d1d9f21">
  <xsd:schema xmlns:xsd="http://www.w3.org/2001/XMLSchema" xmlns:xs="http://www.w3.org/2001/XMLSchema" xmlns:p="http://schemas.microsoft.com/office/2006/metadata/properties" xmlns:ns2="25f43890-8f97-4037-b6ca-5734ee50196d" xmlns:ns3="7de64167-ec1d-41c3-9c60-bdac5dd5df14" targetNamespace="http://schemas.microsoft.com/office/2006/metadata/properties" ma:root="true" ma:fieldsID="607d6bf6d8f5d26c8c8fd76553af5be9" ns2:_="" ns3:_="">
    <xsd:import namespace="25f43890-8f97-4037-b6ca-5734ee50196d"/>
    <xsd:import namespace="7de64167-ec1d-41c3-9c60-bdac5dd5df14"/>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_Flow_SignoffStatus" minOccurs="0"/>
                <xsd:element ref="ns3:MediaServiceGenerationTime" minOccurs="0"/>
                <xsd:element ref="ns3:MediaServiceEventHashCode"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f43890-8f97-4037-b6ca-5734ee50196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de64167-ec1d-41c3-9c60-bdac5dd5df14"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_Flow_SignoffStatus" ma:index="16" nillable="true" ma:displayName="Sign-off status" ma:internalName="Sign_x002d_off_x0020_status">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Flow_SignoffStatus xmlns="7de64167-ec1d-41c3-9c60-bdac5dd5df14" xsi:nil="true"/>
  </documentManagement>
</p:properties>
</file>

<file path=customXml/itemProps1.xml><?xml version="1.0" encoding="utf-8"?>
<ds:datastoreItem xmlns:ds="http://schemas.openxmlformats.org/officeDocument/2006/customXml" ds:itemID="{4649F06D-6416-4D0F-B6B9-F6351DA79B86}"/>
</file>

<file path=customXml/itemProps2.xml><?xml version="1.0" encoding="utf-8"?>
<ds:datastoreItem xmlns:ds="http://schemas.openxmlformats.org/officeDocument/2006/customXml" ds:itemID="{DFCE4355-A0F1-47EB-8E20-E4A9CEB7D909}"/>
</file>

<file path=customXml/itemProps3.xml><?xml version="1.0" encoding="utf-8"?>
<ds:datastoreItem xmlns:ds="http://schemas.openxmlformats.org/officeDocument/2006/customXml" ds:itemID="{DD68BB3A-AE41-4F2F-9B8D-8E3C3D78C241}"/>
</file>

<file path=docProps/app.xml><?xml version="1.0" encoding="utf-8"?>
<Properties xmlns="http://schemas.openxmlformats.org/officeDocument/2006/extended-properties" xmlns:vt="http://schemas.openxmlformats.org/officeDocument/2006/docPropsVTypes">
  <TotalTime>2569</TotalTime>
  <Words>219</Words>
  <Application>Microsoft Office PowerPoint</Application>
  <PresentationFormat>Widescreen</PresentationFormat>
  <Paragraphs>16</Paragraphs>
  <Slides>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Adelle Sans</vt:lpstr>
      <vt:lpstr>Arial</vt:lpstr>
      <vt:lpstr>Calibri</vt:lpstr>
      <vt:lpstr>Courier New</vt:lpstr>
      <vt:lpstr>Proxima Nova</vt:lpstr>
      <vt:lpstr>Proxima Nova Semibold</vt:lpstr>
      <vt:lpstr>2019 Presentation Dark Theme</vt:lpstr>
      <vt:lpstr>What is the Process Flow for Eradication?</vt:lpstr>
      <vt:lpstr>What is the Process Flow for Eradication?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 identity and access (20-25%)</dc:title>
  <dc:creator>Adam Gordon</dc:creator>
  <cp:lastModifiedBy>Adam Gordon</cp:lastModifiedBy>
  <cp:revision>145</cp:revision>
  <cp:lastPrinted>2020-04-29T19:12:33Z</cp:lastPrinted>
  <dcterms:created xsi:type="dcterms:W3CDTF">2020-04-24T18:08:50Z</dcterms:created>
  <dcterms:modified xsi:type="dcterms:W3CDTF">2020-09-10T13:00:02Z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0x0101006C1F4BBF0267C540AB0714A5A9B8B2A0</vt:lpwstr>
  </property>
</Properties>
</file>